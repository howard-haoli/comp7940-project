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62" r:id="rId9"/>
    <p:sldId id="271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>
        <p:scale>
          <a:sx n="66" d="100"/>
          <a:sy n="66" d="100"/>
        </p:scale>
        <p:origin x="644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73276" y="2980026"/>
            <a:ext cx="5458324" cy="3081118"/>
            <a:chOff x="5221180" y="1253850"/>
            <a:chExt cx="6462713" cy="3648076"/>
          </a:xfrm>
        </p:grpSpPr>
        <p:sp>
          <p:nvSpPr>
            <p:cNvPr id="3" name="AutoShape 3"/>
            <p:cNvSpPr/>
            <p:nvPr/>
          </p:nvSpPr>
          <p:spPr>
            <a:xfrm>
              <a:off x="10393255" y="3871638"/>
              <a:ext cx="1290638" cy="985838"/>
            </a:xfrm>
            <a:custGeom>
              <a:avLst/>
              <a:gdLst/>
              <a:ahLst/>
              <a:cxnLst/>
              <a:rect l="l" t="t" r="r" b="b"/>
              <a:pathLst>
                <a:path w="489" h="374">
                  <a:moveTo>
                    <a:pt x="0" y="373"/>
                  </a:moveTo>
                  <a:cubicBezTo>
                    <a:pt x="125" y="374"/>
                    <a:pt x="125" y="374"/>
                    <a:pt x="125" y="374"/>
                  </a:cubicBezTo>
                  <a:cubicBezTo>
                    <a:pt x="408" y="331"/>
                    <a:pt x="489" y="88"/>
                    <a:pt x="489" y="88"/>
                  </a:cubicBezTo>
                  <a:cubicBezTo>
                    <a:pt x="192" y="0"/>
                    <a:pt x="7" y="372"/>
                    <a:pt x="0" y="373"/>
                  </a:cubicBezTo>
                  <a:close/>
                </a:path>
              </a:pathLst>
            </a:custGeom>
            <a:solidFill>
              <a:srgbClr val="469E9D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10667892" y="4325663"/>
              <a:ext cx="635000" cy="476250"/>
            </a:xfrm>
            <a:custGeom>
              <a:avLst/>
              <a:gdLst/>
              <a:ahLst/>
              <a:cxnLst/>
              <a:rect l="l" t="t" r="r" b="b"/>
              <a:pathLst>
                <a:path w="241" h="181">
                  <a:moveTo>
                    <a:pt x="241" y="0"/>
                  </a:moveTo>
                  <a:cubicBezTo>
                    <a:pt x="237" y="0"/>
                    <a:pt x="129" y="51"/>
                    <a:pt x="0" y="181"/>
                  </a:cubicBezTo>
                </a:path>
              </a:pathLst>
            </a:custGeom>
            <a:ln w="317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10012255" y="3057250"/>
              <a:ext cx="1476375" cy="1835150"/>
            </a:xfrm>
            <a:custGeom>
              <a:avLst/>
              <a:gdLst/>
              <a:ahLst/>
              <a:cxnLst/>
              <a:rect l="l" t="t" r="r" b="b"/>
              <a:pathLst>
                <a:path w="559" h="696">
                  <a:moveTo>
                    <a:pt x="549" y="232"/>
                  </a:moveTo>
                  <a:cubicBezTo>
                    <a:pt x="489" y="513"/>
                    <a:pt x="99" y="691"/>
                    <a:pt x="98" y="696"/>
                  </a:cubicBezTo>
                  <a:cubicBezTo>
                    <a:pt x="0" y="666"/>
                    <a:pt x="0" y="666"/>
                    <a:pt x="0" y="666"/>
                  </a:cubicBezTo>
                  <a:cubicBezTo>
                    <a:pt x="64" y="181"/>
                    <a:pt x="538" y="0"/>
                    <a:pt x="538" y="0"/>
                  </a:cubicBezTo>
                  <a:cubicBezTo>
                    <a:pt x="553" y="56"/>
                    <a:pt x="559" y="108"/>
                    <a:pt x="557" y="157"/>
                  </a:cubicBezTo>
                  <a:cubicBezTo>
                    <a:pt x="435" y="205"/>
                    <a:pt x="503" y="261"/>
                    <a:pt x="549" y="232"/>
                  </a:cubicBezTo>
                  <a:close/>
                </a:path>
              </a:pathLst>
            </a:custGeom>
            <a:solidFill>
              <a:srgbClr val="55C0B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10182117" y="3308075"/>
              <a:ext cx="1120775" cy="1546225"/>
            </a:xfrm>
            <a:custGeom>
              <a:avLst/>
              <a:gdLst/>
              <a:ahLst/>
              <a:cxnLst/>
              <a:rect l="l" t="t" r="r" b="b"/>
              <a:pathLst>
                <a:path w="425" h="587">
                  <a:moveTo>
                    <a:pt x="425" y="0"/>
                  </a:moveTo>
                  <a:cubicBezTo>
                    <a:pt x="425" y="0"/>
                    <a:pt x="134" y="368"/>
                    <a:pt x="0" y="587"/>
                  </a:cubicBezTo>
                </a:path>
              </a:pathLst>
            </a:custGeom>
            <a:ln w="317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>
              <a:off x="9839217" y="1334813"/>
              <a:ext cx="681038" cy="681038"/>
            </a:xfrm>
            <a:prstGeom prst="ellipse">
              <a:avLst/>
            </a:pr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" name="AutoShape 8"/>
            <p:cNvSpPr/>
            <p:nvPr/>
          </p:nvSpPr>
          <p:spPr>
            <a:xfrm>
              <a:off x="10010667" y="1506263"/>
              <a:ext cx="338138" cy="33496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9" name="AutoShape 9"/>
            <p:cNvSpPr/>
            <p:nvPr/>
          </p:nvSpPr>
          <p:spPr>
            <a:xfrm>
              <a:off x="10082105" y="1253850"/>
              <a:ext cx="196850" cy="133350"/>
            </a:xfrm>
            <a:custGeom>
              <a:avLst/>
              <a:gdLst/>
              <a:ahLst/>
              <a:cxnLst/>
              <a:rect l="l" t="t" r="r" b="b"/>
              <a:pathLst>
                <a:path w="75" h="51">
                  <a:moveTo>
                    <a:pt x="75" y="51"/>
                  </a:moveTo>
                  <a:cubicBezTo>
                    <a:pt x="63" y="5"/>
                    <a:pt x="63" y="5"/>
                    <a:pt x="63" y="5"/>
                  </a:cubicBezTo>
                  <a:cubicBezTo>
                    <a:pt x="62" y="2"/>
                    <a:pt x="59" y="0"/>
                    <a:pt x="56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2" y="2"/>
                    <a:pt x="11" y="5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37" y="49"/>
                    <a:pt x="37" y="49"/>
                    <a:pt x="37" y="49"/>
                  </a:cubicBezTo>
                  <a:lnTo>
                    <a:pt x="75" y="51"/>
                  </a:ln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0" name="AutoShape 10"/>
            <p:cNvSpPr/>
            <p:nvPr/>
          </p:nvSpPr>
          <p:spPr>
            <a:xfrm>
              <a:off x="9839217" y="1334813"/>
              <a:ext cx="207963" cy="207963"/>
            </a:xfrm>
            <a:custGeom>
              <a:avLst/>
              <a:gdLst/>
              <a:ahLst/>
              <a:cxnLst/>
              <a:rect l="l" t="t" r="r" b="b"/>
              <a:pathLst>
                <a:path w="79" h="79">
                  <a:moveTo>
                    <a:pt x="79" y="26"/>
                  </a:moveTo>
                  <a:cubicBezTo>
                    <a:pt x="38" y="2"/>
                    <a:pt x="38" y="2"/>
                    <a:pt x="38" y="2"/>
                  </a:cubicBezTo>
                  <a:cubicBezTo>
                    <a:pt x="35" y="0"/>
                    <a:pt x="31" y="0"/>
                    <a:pt x="29" y="3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0" y="31"/>
                    <a:pt x="0" y="35"/>
                    <a:pt x="1" y="38"/>
                  </a:cubicBezTo>
                  <a:cubicBezTo>
                    <a:pt x="26" y="79"/>
                    <a:pt x="26" y="79"/>
                    <a:pt x="26" y="79"/>
                  </a:cubicBezTo>
                  <a:cubicBezTo>
                    <a:pt x="51" y="51"/>
                    <a:pt x="51" y="51"/>
                    <a:pt x="51" y="51"/>
                  </a:cubicBezTo>
                  <a:lnTo>
                    <a:pt x="79" y="26"/>
                  </a:ln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1" name="AutoShape 11"/>
            <p:cNvSpPr/>
            <p:nvPr/>
          </p:nvSpPr>
          <p:spPr>
            <a:xfrm>
              <a:off x="9756667" y="1577700"/>
              <a:ext cx="134938" cy="198438"/>
            </a:xfrm>
            <a:custGeom>
              <a:avLst/>
              <a:gdLst/>
              <a:ahLst/>
              <a:cxnLst/>
              <a:rect l="l" t="t" r="r" b="b"/>
              <a:pathLst>
                <a:path w="51" h="75">
                  <a:moveTo>
                    <a:pt x="51" y="0"/>
                  </a:moveTo>
                  <a:cubicBezTo>
                    <a:pt x="6" y="11"/>
                    <a:pt x="6" y="11"/>
                    <a:pt x="6" y="11"/>
                  </a:cubicBezTo>
                  <a:cubicBezTo>
                    <a:pt x="2" y="12"/>
                    <a:pt x="0" y="15"/>
                    <a:pt x="0" y="19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0"/>
                    <a:pt x="2" y="63"/>
                    <a:pt x="6" y="63"/>
                  </a:cubicBezTo>
                  <a:cubicBezTo>
                    <a:pt x="51" y="75"/>
                    <a:pt x="51" y="75"/>
                    <a:pt x="51" y="75"/>
                  </a:cubicBezTo>
                  <a:cubicBezTo>
                    <a:pt x="50" y="37"/>
                    <a:pt x="50" y="37"/>
                    <a:pt x="50" y="37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2" name="AutoShape 12"/>
            <p:cNvSpPr/>
            <p:nvPr/>
          </p:nvSpPr>
          <p:spPr>
            <a:xfrm>
              <a:off x="9839217" y="1809475"/>
              <a:ext cx="207963" cy="207963"/>
            </a:xfrm>
            <a:custGeom>
              <a:avLst/>
              <a:gdLst/>
              <a:ahLst/>
              <a:cxnLst/>
              <a:rect l="l" t="t" r="r" b="b"/>
              <a:pathLst>
                <a:path w="79" h="79">
                  <a:moveTo>
                    <a:pt x="26" y="0"/>
                  </a:moveTo>
                  <a:cubicBezTo>
                    <a:pt x="2" y="40"/>
                    <a:pt x="2" y="40"/>
                    <a:pt x="2" y="40"/>
                  </a:cubicBezTo>
                  <a:cubicBezTo>
                    <a:pt x="0" y="43"/>
                    <a:pt x="0" y="47"/>
                    <a:pt x="3" y="50"/>
                  </a:cubicBezTo>
                  <a:cubicBezTo>
                    <a:pt x="14" y="61"/>
                    <a:pt x="14" y="61"/>
                    <a:pt x="14" y="61"/>
                  </a:cubicBezTo>
                  <a:cubicBezTo>
                    <a:pt x="17" y="65"/>
                    <a:pt x="17" y="65"/>
                    <a:pt x="17" y="65"/>
                  </a:cubicBezTo>
                  <a:cubicBezTo>
                    <a:pt x="29" y="76"/>
                    <a:pt x="29" y="76"/>
                    <a:pt x="29" y="76"/>
                  </a:cubicBezTo>
                  <a:cubicBezTo>
                    <a:pt x="32" y="79"/>
                    <a:pt x="35" y="79"/>
                    <a:pt x="38" y="77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51" y="28"/>
                    <a:pt x="51" y="28"/>
                    <a:pt x="51" y="28"/>
                  </a:cubicBezTo>
                  <a:lnTo>
                    <a:pt x="26" y="0"/>
                  </a:ln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3" name="AutoShape 13"/>
            <p:cNvSpPr/>
            <p:nvPr/>
          </p:nvSpPr>
          <p:spPr>
            <a:xfrm>
              <a:off x="10082105" y="1961875"/>
              <a:ext cx="196850" cy="138113"/>
            </a:xfrm>
            <a:custGeom>
              <a:avLst/>
              <a:gdLst/>
              <a:ahLst/>
              <a:cxnLst/>
              <a:rect l="l" t="t" r="r" b="b"/>
              <a:pathLst>
                <a:path w="75" h="52">
                  <a:moveTo>
                    <a:pt x="0" y="0"/>
                  </a:moveTo>
                  <a:cubicBezTo>
                    <a:pt x="12" y="46"/>
                    <a:pt x="12" y="46"/>
                    <a:pt x="12" y="46"/>
                  </a:cubicBezTo>
                  <a:cubicBezTo>
                    <a:pt x="12" y="50"/>
                    <a:pt x="15" y="52"/>
                    <a:pt x="19" y="52"/>
                  </a:cubicBezTo>
                  <a:cubicBezTo>
                    <a:pt x="35" y="52"/>
                    <a:pt x="35" y="52"/>
                    <a:pt x="35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56" y="52"/>
                    <a:pt x="56" y="52"/>
                    <a:pt x="56" y="52"/>
                  </a:cubicBezTo>
                  <a:cubicBezTo>
                    <a:pt x="60" y="52"/>
                    <a:pt x="63" y="50"/>
                    <a:pt x="64" y="46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38" y="2"/>
                    <a:pt x="38" y="2"/>
                    <a:pt x="38" y="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4" name="AutoShape 14"/>
            <p:cNvSpPr/>
            <p:nvPr/>
          </p:nvSpPr>
          <p:spPr>
            <a:xfrm>
              <a:off x="10313880" y="1809475"/>
              <a:ext cx="207963" cy="207963"/>
            </a:xfrm>
            <a:custGeom>
              <a:avLst/>
              <a:gdLst/>
              <a:ahLst/>
              <a:cxnLst/>
              <a:rect l="l" t="t" r="r" b="b"/>
              <a:pathLst>
                <a:path w="79" h="79">
                  <a:moveTo>
                    <a:pt x="0" y="53"/>
                  </a:moveTo>
                  <a:cubicBezTo>
                    <a:pt x="41" y="77"/>
                    <a:pt x="41" y="77"/>
                    <a:pt x="41" y="77"/>
                  </a:cubicBezTo>
                  <a:cubicBezTo>
                    <a:pt x="44" y="79"/>
                    <a:pt x="47" y="78"/>
                    <a:pt x="50" y="76"/>
                  </a:cubicBezTo>
                  <a:cubicBezTo>
                    <a:pt x="62" y="64"/>
                    <a:pt x="62" y="64"/>
                    <a:pt x="62" y="64"/>
                  </a:cubicBezTo>
                  <a:cubicBezTo>
                    <a:pt x="65" y="61"/>
                    <a:pt x="65" y="61"/>
                    <a:pt x="65" y="61"/>
                  </a:cubicBezTo>
                  <a:cubicBezTo>
                    <a:pt x="76" y="50"/>
                    <a:pt x="76" y="50"/>
                    <a:pt x="76" y="50"/>
                  </a:cubicBezTo>
                  <a:cubicBezTo>
                    <a:pt x="79" y="47"/>
                    <a:pt x="79" y="43"/>
                    <a:pt x="77" y="4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28" y="28"/>
                    <a:pt x="28" y="28"/>
                    <a:pt x="28" y="28"/>
                  </a:cubicBezTo>
                  <a:lnTo>
                    <a:pt x="0" y="53"/>
                  </a:ln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5" name="AutoShape 15"/>
            <p:cNvSpPr/>
            <p:nvPr/>
          </p:nvSpPr>
          <p:spPr>
            <a:xfrm>
              <a:off x="10466280" y="1577700"/>
              <a:ext cx="138113" cy="195263"/>
            </a:xfrm>
            <a:custGeom>
              <a:avLst/>
              <a:gdLst/>
              <a:ahLst/>
              <a:cxnLst/>
              <a:rect l="l" t="t" r="r" b="b"/>
              <a:pathLst>
                <a:path w="52" h="74">
                  <a:moveTo>
                    <a:pt x="0" y="74"/>
                  </a:moveTo>
                  <a:cubicBezTo>
                    <a:pt x="46" y="63"/>
                    <a:pt x="46" y="63"/>
                    <a:pt x="46" y="63"/>
                  </a:cubicBezTo>
                  <a:cubicBezTo>
                    <a:pt x="50" y="62"/>
                    <a:pt x="52" y="59"/>
                    <a:pt x="52" y="56"/>
                  </a:cubicBezTo>
                  <a:cubicBezTo>
                    <a:pt x="52" y="39"/>
                    <a:pt x="52" y="39"/>
                    <a:pt x="52" y="39"/>
                  </a:cubicBezTo>
                  <a:cubicBezTo>
                    <a:pt x="52" y="35"/>
                    <a:pt x="52" y="35"/>
                    <a:pt x="52" y="35"/>
                  </a:cubicBezTo>
                  <a:cubicBezTo>
                    <a:pt x="52" y="19"/>
                    <a:pt x="52" y="19"/>
                    <a:pt x="52" y="19"/>
                  </a:cubicBezTo>
                  <a:cubicBezTo>
                    <a:pt x="52" y="15"/>
                    <a:pt x="50" y="12"/>
                    <a:pt x="46" y="1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37"/>
                    <a:pt x="2" y="37"/>
                    <a:pt x="2" y="37"/>
                  </a:cubicBezTo>
                  <a:lnTo>
                    <a:pt x="0" y="74"/>
                  </a:ln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6" name="AutoShape 16"/>
            <p:cNvSpPr/>
            <p:nvPr/>
          </p:nvSpPr>
          <p:spPr>
            <a:xfrm>
              <a:off x="10313880" y="1331638"/>
              <a:ext cx="207963" cy="209550"/>
            </a:xfrm>
            <a:custGeom>
              <a:avLst/>
              <a:gdLst/>
              <a:ahLst/>
              <a:cxnLst/>
              <a:rect l="l" t="t" r="r" b="b"/>
              <a:pathLst>
                <a:path w="79" h="79">
                  <a:moveTo>
                    <a:pt x="53" y="79"/>
                  </a:moveTo>
                  <a:cubicBezTo>
                    <a:pt x="77" y="39"/>
                    <a:pt x="77" y="39"/>
                    <a:pt x="77" y="39"/>
                  </a:cubicBezTo>
                  <a:cubicBezTo>
                    <a:pt x="79" y="36"/>
                    <a:pt x="79" y="32"/>
                    <a:pt x="76" y="30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1" y="15"/>
                    <a:pt x="61" y="15"/>
                    <a:pt x="61" y="15"/>
                  </a:cubicBezTo>
                  <a:cubicBezTo>
                    <a:pt x="50" y="3"/>
                    <a:pt x="50" y="3"/>
                    <a:pt x="50" y="3"/>
                  </a:cubicBezTo>
                  <a:cubicBezTo>
                    <a:pt x="47" y="1"/>
                    <a:pt x="43" y="0"/>
                    <a:pt x="40" y="2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28" y="52"/>
                    <a:pt x="28" y="52"/>
                    <a:pt x="28" y="52"/>
                  </a:cubicBezTo>
                  <a:lnTo>
                    <a:pt x="53" y="79"/>
                  </a:ln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7" name="AutoShape 17"/>
            <p:cNvSpPr/>
            <p:nvPr/>
          </p:nvSpPr>
          <p:spPr>
            <a:xfrm>
              <a:off x="6218130" y="1961875"/>
              <a:ext cx="1104900" cy="1103313"/>
            </a:xfrm>
            <a:custGeom>
              <a:avLst/>
              <a:gdLst/>
              <a:ahLst/>
              <a:cxnLst/>
              <a:rect l="l" t="t" r="r" b="b"/>
              <a:pathLst>
                <a:path w="696" h="695">
                  <a:moveTo>
                    <a:pt x="696" y="520"/>
                  </a:moveTo>
                  <a:lnTo>
                    <a:pt x="176" y="695"/>
                  </a:lnTo>
                  <a:lnTo>
                    <a:pt x="0" y="175"/>
                  </a:lnTo>
                  <a:lnTo>
                    <a:pt x="520" y="0"/>
                  </a:lnTo>
                  <a:lnTo>
                    <a:pt x="696" y="520"/>
                  </a:ln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8" name="AutoShape 18"/>
            <p:cNvSpPr/>
            <p:nvPr/>
          </p:nvSpPr>
          <p:spPr>
            <a:xfrm>
              <a:off x="6370530" y="2115863"/>
              <a:ext cx="800100" cy="795338"/>
            </a:xfrm>
            <a:custGeom>
              <a:avLst/>
              <a:gdLst/>
              <a:ahLst/>
              <a:cxnLst/>
              <a:rect l="l" t="t" r="r" b="b"/>
              <a:pathLst>
                <a:path w="503" h="501">
                  <a:moveTo>
                    <a:pt x="376" y="0"/>
                  </a:moveTo>
                  <a:lnTo>
                    <a:pt x="504" y="375"/>
                  </a:lnTo>
                  <a:lnTo>
                    <a:pt x="128" y="501"/>
                  </a:lnTo>
                  <a:lnTo>
                    <a:pt x="0" y="126"/>
                  </a:lnTo>
                  <a:lnTo>
                    <a:pt x="376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9" name="AutoShape 19"/>
            <p:cNvSpPr/>
            <p:nvPr/>
          </p:nvSpPr>
          <p:spPr>
            <a:xfrm>
              <a:off x="6537217" y="2427013"/>
              <a:ext cx="633413" cy="484188"/>
            </a:xfrm>
            <a:custGeom>
              <a:avLst/>
              <a:gdLst/>
              <a:ahLst/>
              <a:cxnLst/>
              <a:rect l="l" t="t" r="r" b="b"/>
              <a:pathLst>
                <a:path w="240" h="184">
                  <a:moveTo>
                    <a:pt x="222" y="55"/>
                  </a:moveTo>
                  <a:cubicBezTo>
                    <a:pt x="240" y="108"/>
                    <a:pt x="240" y="108"/>
                    <a:pt x="240" y="108"/>
                  </a:cubicBezTo>
                  <a:cubicBezTo>
                    <a:pt x="14" y="184"/>
                    <a:pt x="14" y="184"/>
                    <a:pt x="14" y="184"/>
                  </a:cubicBezTo>
                  <a:cubicBezTo>
                    <a:pt x="0" y="144"/>
                    <a:pt x="0" y="144"/>
                    <a:pt x="0" y="144"/>
                  </a:cubicBezTo>
                  <a:cubicBezTo>
                    <a:pt x="50" y="122"/>
                    <a:pt x="23" y="85"/>
                    <a:pt x="64" y="85"/>
                  </a:cubicBezTo>
                  <a:cubicBezTo>
                    <a:pt x="139" y="85"/>
                    <a:pt x="101" y="51"/>
                    <a:pt x="123" y="26"/>
                  </a:cubicBezTo>
                  <a:cubicBezTo>
                    <a:pt x="145" y="0"/>
                    <a:pt x="198" y="19"/>
                    <a:pt x="222" y="55"/>
                  </a:cubicBezTo>
                  <a:close/>
                </a:path>
              </a:pathLst>
            </a:custGeom>
            <a:solidFill>
              <a:srgbClr val="55C0B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0" name="AutoShape 20"/>
            <p:cNvSpPr/>
            <p:nvPr/>
          </p:nvSpPr>
          <p:spPr>
            <a:xfrm>
              <a:off x="6486417" y="2339700"/>
              <a:ext cx="182563" cy="184150"/>
            </a:xfrm>
            <a:custGeom>
              <a:avLst/>
              <a:gdLst/>
              <a:ahLst/>
              <a:cxnLst/>
              <a:rect l="l" t="t" r="r" b="b"/>
              <a:pathLst>
                <a:path w="69" h="70">
                  <a:moveTo>
                    <a:pt x="45" y="64"/>
                  </a:moveTo>
                  <a:cubicBezTo>
                    <a:pt x="61" y="59"/>
                    <a:pt x="69" y="41"/>
                    <a:pt x="64" y="25"/>
                  </a:cubicBezTo>
                  <a:cubicBezTo>
                    <a:pt x="58" y="9"/>
                    <a:pt x="41" y="0"/>
                    <a:pt x="25" y="6"/>
                  </a:cubicBezTo>
                  <a:cubicBezTo>
                    <a:pt x="9" y="11"/>
                    <a:pt x="0" y="29"/>
                    <a:pt x="5" y="45"/>
                  </a:cubicBezTo>
                  <a:cubicBezTo>
                    <a:pt x="11" y="61"/>
                    <a:pt x="28" y="70"/>
                    <a:pt x="45" y="64"/>
                  </a:cubicBezTo>
                  <a:close/>
                </a:path>
              </a:pathLst>
            </a:custGeom>
            <a:solidFill>
              <a:srgbClr val="F3C700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1" name="AutoShape 21"/>
            <p:cNvSpPr/>
            <p:nvPr/>
          </p:nvSpPr>
          <p:spPr>
            <a:xfrm>
              <a:off x="5429142" y="3463650"/>
              <a:ext cx="1223963" cy="1222375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2" name="AutoShape 22"/>
            <p:cNvSpPr/>
            <p:nvPr/>
          </p:nvSpPr>
          <p:spPr>
            <a:xfrm>
              <a:off x="5737117" y="3773213"/>
              <a:ext cx="608013" cy="604838"/>
            </a:xfrm>
            <a:prstGeom prst="ellipse">
              <a:avLst/>
            </a:prstGeom>
            <a:solidFill>
              <a:srgbClr val="EBEE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3" name="AutoShape 23"/>
            <p:cNvSpPr/>
            <p:nvPr/>
          </p:nvSpPr>
          <p:spPr>
            <a:xfrm>
              <a:off x="5864117" y="3317600"/>
              <a:ext cx="354013" cy="246063"/>
            </a:xfrm>
            <a:custGeom>
              <a:avLst/>
              <a:gdLst/>
              <a:ahLst/>
              <a:cxnLst/>
              <a:rect l="l" t="t" r="r" b="b"/>
              <a:pathLst>
                <a:path w="134" h="93">
                  <a:moveTo>
                    <a:pt x="134" y="93"/>
                  </a:moveTo>
                  <a:cubicBezTo>
                    <a:pt x="114" y="10"/>
                    <a:pt x="114" y="10"/>
                    <a:pt x="114" y="10"/>
                  </a:cubicBezTo>
                  <a:cubicBezTo>
                    <a:pt x="113" y="4"/>
                    <a:pt x="107" y="0"/>
                    <a:pt x="101" y="0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8" y="0"/>
                    <a:pt x="22" y="4"/>
                    <a:pt x="21" y="10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67" y="89"/>
                    <a:pt x="67" y="89"/>
                    <a:pt x="67" y="89"/>
                  </a:cubicBezTo>
                  <a:lnTo>
                    <a:pt x="134" y="9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4" name="AutoShape 24"/>
            <p:cNvSpPr/>
            <p:nvPr/>
          </p:nvSpPr>
          <p:spPr>
            <a:xfrm>
              <a:off x="5425967" y="3465238"/>
              <a:ext cx="374650" cy="374650"/>
            </a:xfrm>
            <a:custGeom>
              <a:avLst/>
              <a:gdLst/>
              <a:ahLst/>
              <a:cxnLst/>
              <a:rect l="l" t="t" r="r" b="b"/>
              <a:pathLst>
                <a:path w="142" h="142">
                  <a:moveTo>
                    <a:pt x="142" y="47"/>
                  </a:moveTo>
                  <a:cubicBezTo>
                    <a:pt x="70" y="3"/>
                    <a:pt x="70" y="3"/>
                    <a:pt x="70" y="3"/>
                  </a:cubicBezTo>
                  <a:cubicBezTo>
                    <a:pt x="64" y="0"/>
                    <a:pt x="57" y="0"/>
                    <a:pt x="53" y="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26" y="31"/>
                    <a:pt x="26" y="31"/>
                    <a:pt x="26" y="31"/>
                  </a:cubicBezTo>
                  <a:cubicBezTo>
                    <a:pt x="5" y="52"/>
                    <a:pt x="5" y="52"/>
                    <a:pt x="5" y="52"/>
                  </a:cubicBezTo>
                  <a:cubicBezTo>
                    <a:pt x="1" y="57"/>
                    <a:pt x="0" y="64"/>
                    <a:pt x="3" y="69"/>
                  </a:cubicBezTo>
                  <a:cubicBezTo>
                    <a:pt x="47" y="142"/>
                    <a:pt x="47" y="142"/>
                    <a:pt x="47" y="142"/>
                  </a:cubicBezTo>
                  <a:cubicBezTo>
                    <a:pt x="92" y="92"/>
                    <a:pt x="92" y="92"/>
                    <a:pt x="92" y="92"/>
                  </a:cubicBezTo>
                  <a:lnTo>
                    <a:pt x="142" y="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5" name="AutoShape 25"/>
            <p:cNvSpPr/>
            <p:nvPr/>
          </p:nvSpPr>
          <p:spPr>
            <a:xfrm>
              <a:off x="5281505" y="3903388"/>
              <a:ext cx="244475" cy="352425"/>
            </a:xfrm>
            <a:custGeom>
              <a:avLst/>
              <a:gdLst/>
              <a:ahLst/>
              <a:cxnLst/>
              <a:rect l="l" t="t" r="r" b="b"/>
              <a:pathLst>
                <a:path w="93" h="134">
                  <a:moveTo>
                    <a:pt x="93" y="0"/>
                  </a:moveTo>
                  <a:cubicBezTo>
                    <a:pt x="10" y="20"/>
                    <a:pt x="10" y="20"/>
                    <a:pt x="10" y="20"/>
                  </a:cubicBezTo>
                  <a:cubicBezTo>
                    <a:pt x="4" y="22"/>
                    <a:pt x="0" y="27"/>
                    <a:pt x="0" y="34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7"/>
                    <a:pt x="4" y="112"/>
                    <a:pt x="10" y="114"/>
                  </a:cubicBezTo>
                  <a:cubicBezTo>
                    <a:pt x="93" y="134"/>
                    <a:pt x="93" y="134"/>
                    <a:pt x="93" y="134"/>
                  </a:cubicBezTo>
                  <a:cubicBezTo>
                    <a:pt x="89" y="67"/>
                    <a:pt x="89" y="67"/>
                    <a:pt x="89" y="67"/>
                  </a:cubicBezTo>
                  <a:lnTo>
                    <a:pt x="93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6" name="AutoShape 26"/>
            <p:cNvSpPr/>
            <p:nvPr/>
          </p:nvSpPr>
          <p:spPr>
            <a:xfrm>
              <a:off x="5429142" y="4319313"/>
              <a:ext cx="374650" cy="374650"/>
            </a:xfrm>
            <a:custGeom>
              <a:avLst/>
              <a:gdLst/>
              <a:ahLst/>
              <a:cxnLst/>
              <a:rect l="l" t="t" r="r" b="b"/>
              <a:pathLst>
                <a:path w="142" h="142">
                  <a:moveTo>
                    <a:pt x="47" y="0"/>
                  </a:moveTo>
                  <a:cubicBezTo>
                    <a:pt x="3" y="73"/>
                    <a:pt x="3" y="73"/>
                    <a:pt x="3" y="73"/>
                  </a:cubicBezTo>
                  <a:cubicBezTo>
                    <a:pt x="0" y="78"/>
                    <a:pt x="0" y="85"/>
                    <a:pt x="5" y="90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31" y="116"/>
                    <a:pt x="31" y="116"/>
                    <a:pt x="31" y="116"/>
                  </a:cubicBezTo>
                  <a:cubicBezTo>
                    <a:pt x="52" y="137"/>
                    <a:pt x="52" y="137"/>
                    <a:pt x="52" y="137"/>
                  </a:cubicBezTo>
                  <a:cubicBezTo>
                    <a:pt x="57" y="141"/>
                    <a:pt x="64" y="142"/>
                    <a:pt x="69" y="139"/>
                  </a:cubicBezTo>
                  <a:cubicBezTo>
                    <a:pt x="142" y="95"/>
                    <a:pt x="142" y="95"/>
                    <a:pt x="142" y="95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4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7" name="AutoShape 27"/>
            <p:cNvSpPr/>
            <p:nvPr/>
          </p:nvSpPr>
          <p:spPr>
            <a:xfrm>
              <a:off x="5867292" y="4597125"/>
              <a:ext cx="354013" cy="244475"/>
            </a:xfrm>
            <a:custGeom>
              <a:avLst/>
              <a:gdLst/>
              <a:ahLst/>
              <a:cxnLst/>
              <a:rect l="l" t="t" r="r" b="b"/>
              <a:pathLst>
                <a:path w="134" h="93">
                  <a:moveTo>
                    <a:pt x="0" y="0"/>
                  </a:moveTo>
                  <a:cubicBezTo>
                    <a:pt x="20" y="82"/>
                    <a:pt x="20" y="82"/>
                    <a:pt x="20" y="82"/>
                  </a:cubicBezTo>
                  <a:cubicBezTo>
                    <a:pt x="22" y="88"/>
                    <a:pt x="27" y="93"/>
                    <a:pt x="33" y="93"/>
                  </a:cubicBezTo>
                  <a:cubicBezTo>
                    <a:pt x="63" y="93"/>
                    <a:pt x="63" y="93"/>
                    <a:pt x="63" y="93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100" y="93"/>
                    <a:pt x="100" y="93"/>
                    <a:pt x="100" y="93"/>
                  </a:cubicBezTo>
                  <a:cubicBezTo>
                    <a:pt x="107" y="93"/>
                    <a:pt x="112" y="88"/>
                    <a:pt x="114" y="82"/>
                  </a:cubicBezTo>
                  <a:cubicBezTo>
                    <a:pt x="134" y="0"/>
                    <a:pt x="134" y="0"/>
                    <a:pt x="134" y="0"/>
                  </a:cubicBezTo>
                  <a:cubicBezTo>
                    <a:pt x="67" y="3"/>
                    <a:pt x="67" y="3"/>
                    <a:pt x="67" y="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8" name="AutoShape 28"/>
            <p:cNvSpPr/>
            <p:nvPr/>
          </p:nvSpPr>
          <p:spPr>
            <a:xfrm>
              <a:off x="6283217" y="4319313"/>
              <a:ext cx="376238" cy="374650"/>
            </a:xfrm>
            <a:custGeom>
              <a:avLst/>
              <a:gdLst/>
              <a:ahLst/>
              <a:cxnLst/>
              <a:rect l="l" t="t" r="r" b="b"/>
              <a:pathLst>
                <a:path w="142" h="142">
                  <a:moveTo>
                    <a:pt x="0" y="94"/>
                  </a:moveTo>
                  <a:cubicBezTo>
                    <a:pt x="73" y="138"/>
                    <a:pt x="73" y="138"/>
                    <a:pt x="73" y="138"/>
                  </a:cubicBezTo>
                  <a:cubicBezTo>
                    <a:pt x="78" y="142"/>
                    <a:pt x="85" y="141"/>
                    <a:pt x="89" y="136"/>
                  </a:cubicBezTo>
                  <a:cubicBezTo>
                    <a:pt x="110" y="116"/>
                    <a:pt x="110" y="116"/>
                    <a:pt x="110" y="116"/>
                  </a:cubicBezTo>
                  <a:cubicBezTo>
                    <a:pt x="116" y="110"/>
                    <a:pt x="116" y="110"/>
                    <a:pt x="116" y="110"/>
                  </a:cubicBezTo>
                  <a:cubicBezTo>
                    <a:pt x="137" y="89"/>
                    <a:pt x="137" y="89"/>
                    <a:pt x="137" y="89"/>
                  </a:cubicBezTo>
                  <a:cubicBezTo>
                    <a:pt x="141" y="85"/>
                    <a:pt x="142" y="78"/>
                    <a:pt x="139" y="72"/>
                  </a:cubicBezTo>
                  <a:cubicBezTo>
                    <a:pt x="95" y="0"/>
                    <a:pt x="95" y="0"/>
                    <a:pt x="95" y="0"/>
                  </a:cubicBezTo>
                  <a:cubicBezTo>
                    <a:pt x="50" y="49"/>
                    <a:pt x="50" y="49"/>
                    <a:pt x="50" y="49"/>
                  </a:cubicBezTo>
                  <a:lnTo>
                    <a:pt x="0" y="9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9" name="AutoShape 29"/>
            <p:cNvSpPr/>
            <p:nvPr/>
          </p:nvSpPr>
          <p:spPr>
            <a:xfrm>
              <a:off x="6561030" y="3900213"/>
              <a:ext cx="242888" cy="354013"/>
            </a:xfrm>
            <a:custGeom>
              <a:avLst/>
              <a:gdLst/>
              <a:ahLst/>
              <a:cxnLst/>
              <a:rect l="l" t="t" r="r" b="b"/>
              <a:pathLst>
                <a:path w="92" h="134">
                  <a:moveTo>
                    <a:pt x="0" y="134"/>
                  </a:moveTo>
                  <a:cubicBezTo>
                    <a:pt x="82" y="114"/>
                    <a:pt x="82" y="114"/>
                    <a:pt x="82" y="114"/>
                  </a:cubicBezTo>
                  <a:cubicBezTo>
                    <a:pt x="88" y="113"/>
                    <a:pt x="92" y="107"/>
                    <a:pt x="92" y="101"/>
                  </a:cubicBezTo>
                  <a:cubicBezTo>
                    <a:pt x="92" y="71"/>
                    <a:pt x="92" y="71"/>
                    <a:pt x="92" y="71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2" y="28"/>
                    <a:pt x="88" y="22"/>
                    <a:pt x="82" y="2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" y="67"/>
                    <a:pt x="3" y="67"/>
                    <a:pt x="3" y="67"/>
                  </a:cubicBezTo>
                  <a:lnTo>
                    <a:pt x="0" y="1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0" name="AutoShape 30"/>
            <p:cNvSpPr/>
            <p:nvPr/>
          </p:nvSpPr>
          <p:spPr>
            <a:xfrm>
              <a:off x="6283217" y="3463650"/>
              <a:ext cx="376238" cy="373063"/>
            </a:xfrm>
            <a:custGeom>
              <a:avLst/>
              <a:gdLst/>
              <a:ahLst/>
              <a:cxnLst/>
              <a:rect l="l" t="t" r="r" b="b"/>
              <a:pathLst>
                <a:path w="142" h="142">
                  <a:moveTo>
                    <a:pt x="94" y="142"/>
                  </a:moveTo>
                  <a:cubicBezTo>
                    <a:pt x="138" y="70"/>
                    <a:pt x="138" y="70"/>
                    <a:pt x="138" y="70"/>
                  </a:cubicBezTo>
                  <a:cubicBezTo>
                    <a:pt x="142" y="64"/>
                    <a:pt x="141" y="57"/>
                    <a:pt x="136" y="53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0" y="26"/>
                    <a:pt x="110" y="26"/>
                    <a:pt x="110" y="2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5" y="1"/>
                    <a:pt x="78" y="0"/>
                    <a:pt x="72" y="4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49" y="93"/>
                    <a:pt x="49" y="93"/>
                    <a:pt x="49" y="93"/>
                  </a:cubicBezTo>
                  <a:lnTo>
                    <a:pt x="94" y="1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1" name="AutoShape 31"/>
            <p:cNvSpPr/>
            <p:nvPr/>
          </p:nvSpPr>
          <p:spPr>
            <a:xfrm>
              <a:off x="7408755" y="2452413"/>
              <a:ext cx="165100" cy="166688"/>
            </a:xfrm>
            <a:prstGeom prst="ellipse">
              <a:avLst/>
            </a:prstGeom>
            <a:ln w="317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32" name="AutoShape 32"/>
            <p:cNvSpPr/>
            <p:nvPr/>
          </p:nvSpPr>
          <p:spPr>
            <a:xfrm flipH="1">
              <a:off x="5281505" y="3697013"/>
              <a:ext cx="0" cy="119063"/>
            </a:xfrm>
            <a:prstGeom prst="line">
              <a:avLst/>
            </a:prstGeom>
            <a:ln w="317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33" name="AutoShape 33"/>
            <p:cNvSpPr/>
            <p:nvPr/>
          </p:nvSpPr>
          <p:spPr>
            <a:xfrm flipH="1">
              <a:off x="5221180" y="3755750"/>
              <a:ext cx="117475" cy="0"/>
            </a:xfrm>
            <a:prstGeom prst="line">
              <a:avLst/>
            </a:prstGeom>
            <a:ln w="317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34" name="AutoShape 34"/>
            <p:cNvSpPr/>
            <p:nvPr/>
          </p:nvSpPr>
          <p:spPr>
            <a:xfrm flipH="1">
              <a:off x="9521717" y="1901550"/>
              <a:ext cx="0" cy="122238"/>
            </a:xfrm>
            <a:prstGeom prst="line">
              <a:avLst/>
            </a:prstGeom>
            <a:ln w="317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35" name="AutoShape 35"/>
            <p:cNvSpPr/>
            <p:nvPr/>
          </p:nvSpPr>
          <p:spPr>
            <a:xfrm flipH="1">
              <a:off x="9461392" y="1961875"/>
              <a:ext cx="120650" cy="0"/>
            </a:xfrm>
            <a:prstGeom prst="line">
              <a:avLst/>
            </a:prstGeom>
            <a:ln w="317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36" name="AutoShape 36"/>
            <p:cNvSpPr/>
            <p:nvPr/>
          </p:nvSpPr>
          <p:spPr>
            <a:xfrm>
              <a:off x="8199330" y="1318938"/>
              <a:ext cx="892175" cy="287338"/>
            </a:xfrm>
            <a:custGeom>
              <a:avLst/>
              <a:gdLst/>
              <a:ahLst/>
              <a:cxnLst/>
              <a:rect l="l" t="t" r="r" b="b"/>
              <a:pathLst>
                <a:path w="338" h="109">
                  <a:moveTo>
                    <a:pt x="312" y="109"/>
                  </a:moveTo>
                  <a:cubicBezTo>
                    <a:pt x="306" y="109"/>
                    <a:pt x="300" y="107"/>
                    <a:pt x="295" y="102"/>
                  </a:cubicBezTo>
                  <a:cubicBezTo>
                    <a:pt x="260" y="67"/>
                    <a:pt x="214" y="48"/>
                    <a:pt x="165" y="48"/>
                  </a:cubicBezTo>
                  <a:cubicBezTo>
                    <a:pt x="120" y="48"/>
                    <a:pt x="76" y="65"/>
                    <a:pt x="42" y="96"/>
                  </a:cubicBezTo>
                  <a:cubicBezTo>
                    <a:pt x="33" y="105"/>
                    <a:pt x="17" y="104"/>
                    <a:pt x="8" y="94"/>
                  </a:cubicBezTo>
                  <a:cubicBezTo>
                    <a:pt x="0" y="84"/>
                    <a:pt x="0" y="69"/>
                    <a:pt x="10" y="60"/>
                  </a:cubicBezTo>
                  <a:cubicBezTo>
                    <a:pt x="53" y="22"/>
                    <a:pt x="108" y="0"/>
                    <a:pt x="165" y="0"/>
                  </a:cubicBezTo>
                  <a:cubicBezTo>
                    <a:pt x="227" y="0"/>
                    <a:pt x="285" y="24"/>
                    <a:pt x="329" y="68"/>
                  </a:cubicBezTo>
                  <a:cubicBezTo>
                    <a:pt x="338" y="78"/>
                    <a:pt x="338" y="93"/>
                    <a:pt x="329" y="102"/>
                  </a:cubicBezTo>
                  <a:cubicBezTo>
                    <a:pt x="324" y="107"/>
                    <a:pt x="318" y="109"/>
                    <a:pt x="312" y="109"/>
                  </a:cubicBezTo>
                  <a:close/>
                </a:path>
              </a:pathLst>
            </a:custGeom>
            <a:solidFill>
              <a:srgbClr val="EBEE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7" name="AutoShape 37"/>
            <p:cNvSpPr/>
            <p:nvPr/>
          </p:nvSpPr>
          <p:spPr>
            <a:xfrm>
              <a:off x="8350142" y="1561825"/>
              <a:ext cx="569913" cy="222250"/>
            </a:xfrm>
            <a:custGeom>
              <a:avLst/>
              <a:gdLst/>
              <a:ahLst/>
              <a:cxnLst/>
              <a:rect l="l" t="t" r="r" b="b"/>
              <a:pathLst>
                <a:path w="216" h="84">
                  <a:moveTo>
                    <a:pt x="26" y="81"/>
                  </a:moveTo>
                  <a:cubicBezTo>
                    <a:pt x="20" y="81"/>
                    <a:pt x="14" y="79"/>
                    <a:pt x="9" y="74"/>
                  </a:cubicBezTo>
                  <a:cubicBezTo>
                    <a:pt x="0" y="65"/>
                    <a:pt x="0" y="50"/>
                    <a:pt x="9" y="41"/>
                  </a:cubicBezTo>
                  <a:cubicBezTo>
                    <a:pt x="36" y="14"/>
                    <a:pt x="71" y="0"/>
                    <a:pt x="108" y="0"/>
                  </a:cubicBezTo>
                  <a:cubicBezTo>
                    <a:pt x="145" y="0"/>
                    <a:pt x="180" y="14"/>
                    <a:pt x="207" y="40"/>
                  </a:cubicBezTo>
                  <a:cubicBezTo>
                    <a:pt x="216" y="50"/>
                    <a:pt x="216" y="65"/>
                    <a:pt x="207" y="74"/>
                  </a:cubicBezTo>
                  <a:cubicBezTo>
                    <a:pt x="198" y="84"/>
                    <a:pt x="182" y="84"/>
                    <a:pt x="173" y="74"/>
                  </a:cubicBezTo>
                  <a:cubicBezTo>
                    <a:pt x="156" y="57"/>
                    <a:pt x="133" y="48"/>
                    <a:pt x="108" y="48"/>
                  </a:cubicBezTo>
                  <a:cubicBezTo>
                    <a:pt x="84" y="48"/>
                    <a:pt x="61" y="57"/>
                    <a:pt x="43" y="74"/>
                  </a:cubicBezTo>
                  <a:cubicBezTo>
                    <a:pt x="39" y="79"/>
                    <a:pt x="32" y="81"/>
                    <a:pt x="26" y="81"/>
                  </a:cubicBezTo>
                  <a:close/>
                </a:path>
              </a:pathLst>
            </a:custGeom>
            <a:solidFill>
              <a:srgbClr val="EBEE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8" name="AutoShape 38"/>
            <p:cNvSpPr/>
            <p:nvPr/>
          </p:nvSpPr>
          <p:spPr>
            <a:xfrm>
              <a:off x="8542230" y="1812650"/>
              <a:ext cx="188913" cy="187325"/>
            </a:xfrm>
            <a:prstGeom prst="ellipse">
              <a:avLst/>
            </a:prstGeom>
            <a:solidFill>
              <a:srgbClr val="EBEE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9" name="AutoShape 39"/>
            <p:cNvSpPr/>
            <p:nvPr/>
          </p:nvSpPr>
          <p:spPr>
            <a:xfrm>
              <a:off x="7408755" y="1809475"/>
              <a:ext cx="195263" cy="195263"/>
            </a:xfrm>
            <a:prstGeom prst="ellipse">
              <a:avLst/>
            </a:prstGeom>
            <a:solidFill>
              <a:srgbClr val="F3C700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0" name="AutoShape 40"/>
            <p:cNvSpPr/>
            <p:nvPr/>
          </p:nvSpPr>
          <p:spPr>
            <a:xfrm>
              <a:off x="7700855" y="1806300"/>
              <a:ext cx="195263" cy="193675"/>
            </a:xfrm>
            <a:prstGeom prst="ellipse">
              <a:avLst/>
            </a:prstGeom>
            <a:solidFill>
              <a:srgbClr val="55C0B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1" name="AutoShape 41"/>
            <p:cNvSpPr/>
            <p:nvPr/>
          </p:nvSpPr>
          <p:spPr>
            <a:xfrm>
              <a:off x="7994542" y="1809475"/>
              <a:ext cx="195263" cy="195263"/>
            </a:xfrm>
            <a:prstGeom prst="ellipse">
              <a:avLst/>
            </a:prstGeom>
            <a:solidFill>
              <a:srgbClr val="D64D8B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2" name="AutoShape 42"/>
            <p:cNvSpPr/>
            <p:nvPr/>
          </p:nvSpPr>
          <p:spPr>
            <a:xfrm>
              <a:off x="5776805" y="3173138"/>
              <a:ext cx="1114425" cy="1389063"/>
            </a:xfrm>
            <a:custGeom>
              <a:avLst/>
              <a:gdLst/>
              <a:ahLst/>
              <a:cxnLst/>
              <a:rect l="l" t="t" r="r" b="b"/>
              <a:pathLst>
                <a:path w="422" h="527">
                  <a:moveTo>
                    <a:pt x="340" y="489"/>
                  </a:moveTo>
                  <a:cubicBezTo>
                    <a:pt x="238" y="527"/>
                    <a:pt x="238" y="527"/>
                    <a:pt x="238" y="527"/>
                  </a:cubicBezTo>
                  <a:cubicBezTo>
                    <a:pt x="0" y="272"/>
                    <a:pt x="140" y="0"/>
                    <a:pt x="140" y="0"/>
                  </a:cubicBezTo>
                  <a:cubicBezTo>
                    <a:pt x="177" y="18"/>
                    <a:pt x="208" y="38"/>
                    <a:pt x="234" y="61"/>
                  </a:cubicBezTo>
                  <a:cubicBezTo>
                    <a:pt x="204" y="93"/>
                    <a:pt x="217" y="118"/>
                    <a:pt x="236" y="127"/>
                  </a:cubicBezTo>
                  <a:cubicBezTo>
                    <a:pt x="253" y="135"/>
                    <a:pt x="268" y="124"/>
                    <a:pt x="272" y="100"/>
                  </a:cubicBezTo>
                  <a:cubicBezTo>
                    <a:pt x="422" y="280"/>
                    <a:pt x="335" y="484"/>
                    <a:pt x="340" y="489"/>
                  </a:cubicBezTo>
                  <a:close/>
                </a:path>
              </a:pathLst>
            </a:custGeom>
            <a:solidFill>
              <a:srgbClr val="55C0B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3" name="AutoShape 43"/>
            <p:cNvSpPr/>
            <p:nvPr/>
          </p:nvSpPr>
          <p:spPr>
            <a:xfrm>
              <a:off x="6245117" y="3576363"/>
              <a:ext cx="203200" cy="663575"/>
            </a:xfrm>
            <a:custGeom>
              <a:avLst/>
              <a:gdLst/>
              <a:ahLst/>
              <a:cxnLst/>
              <a:rect l="l" t="t" r="r" b="b"/>
              <a:pathLst>
                <a:path w="77" h="251">
                  <a:moveTo>
                    <a:pt x="0" y="0"/>
                  </a:moveTo>
                  <a:cubicBezTo>
                    <a:pt x="0" y="0"/>
                    <a:pt x="1" y="94"/>
                    <a:pt x="77" y="252"/>
                  </a:cubicBezTo>
                </a:path>
              </a:pathLst>
            </a:custGeom>
            <a:ln w="317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4" name="AutoShape 44"/>
            <p:cNvSpPr/>
            <p:nvPr/>
          </p:nvSpPr>
          <p:spPr>
            <a:xfrm>
              <a:off x="5525980" y="3935138"/>
              <a:ext cx="950913" cy="882650"/>
            </a:xfrm>
            <a:custGeom>
              <a:avLst/>
              <a:gdLst/>
              <a:ahLst/>
              <a:cxnLst/>
              <a:rect l="l" t="t" r="r" b="b"/>
              <a:pathLst>
                <a:path w="360" h="335">
                  <a:moveTo>
                    <a:pt x="360" y="318"/>
                  </a:moveTo>
                  <a:cubicBezTo>
                    <a:pt x="277" y="335"/>
                    <a:pt x="277" y="335"/>
                    <a:pt x="277" y="335"/>
                  </a:cubicBezTo>
                  <a:cubicBezTo>
                    <a:pt x="8" y="248"/>
                    <a:pt x="0" y="2"/>
                    <a:pt x="0" y="2"/>
                  </a:cubicBezTo>
                  <a:cubicBezTo>
                    <a:pt x="33" y="0"/>
                    <a:pt x="63" y="2"/>
                    <a:pt x="90" y="8"/>
                  </a:cubicBezTo>
                  <a:cubicBezTo>
                    <a:pt x="81" y="42"/>
                    <a:pt x="100" y="55"/>
                    <a:pt x="117" y="54"/>
                  </a:cubicBezTo>
                  <a:cubicBezTo>
                    <a:pt x="132" y="52"/>
                    <a:pt x="139" y="39"/>
                    <a:pt x="132" y="20"/>
                  </a:cubicBezTo>
                  <a:cubicBezTo>
                    <a:pt x="309" y="88"/>
                    <a:pt x="355" y="316"/>
                    <a:pt x="360" y="318"/>
                  </a:cubicBezTo>
                  <a:close/>
                </a:path>
              </a:pathLst>
            </a:custGeom>
            <a:solidFill>
              <a:srgbClr val="469E9D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5" name="AutoShape 45"/>
            <p:cNvSpPr/>
            <p:nvPr/>
          </p:nvSpPr>
          <p:spPr>
            <a:xfrm>
              <a:off x="5752992" y="4187550"/>
              <a:ext cx="404813" cy="385763"/>
            </a:xfrm>
            <a:custGeom>
              <a:avLst/>
              <a:gdLst/>
              <a:ahLst/>
              <a:cxnLst/>
              <a:rect l="l" t="t" r="r" b="b"/>
              <a:pathLst>
                <a:path w="153" h="146">
                  <a:moveTo>
                    <a:pt x="0" y="0"/>
                  </a:moveTo>
                  <a:cubicBezTo>
                    <a:pt x="0" y="0"/>
                    <a:pt x="38" y="65"/>
                    <a:pt x="153" y="146"/>
                  </a:cubicBezTo>
                </a:path>
              </a:pathLst>
            </a:custGeom>
            <a:ln w="317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6" name="AutoShape 46"/>
            <p:cNvSpPr/>
            <p:nvPr/>
          </p:nvSpPr>
          <p:spPr>
            <a:xfrm>
              <a:off x="8497780" y="3984350"/>
              <a:ext cx="1265238" cy="749300"/>
            </a:xfrm>
            <a:custGeom>
              <a:avLst/>
              <a:gdLst/>
              <a:ahLst/>
              <a:cxnLst/>
              <a:rect l="l" t="t" r="r" b="b"/>
              <a:pathLst>
                <a:path w="797" h="472">
                  <a:moveTo>
                    <a:pt x="710" y="472"/>
                  </a:moveTo>
                  <a:lnTo>
                    <a:pt x="0" y="472"/>
                  </a:lnTo>
                  <a:lnTo>
                    <a:pt x="85" y="0"/>
                  </a:lnTo>
                  <a:lnTo>
                    <a:pt x="797" y="0"/>
                  </a:lnTo>
                  <a:lnTo>
                    <a:pt x="710" y="472"/>
                  </a:lnTo>
                  <a:close/>
                </a:path>
              </a:pathLst>
            </a:custGeom>
            <a:solidFill>
              <a:srgbClr val="373B54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7" name="AutoShape 47"/>
            <p:cNvSpPr/>
            <p:nvPr/>
          </p:nvSpPr>
          <p:spPr>
            <a:xfrm>
              <a:off x="8261242" y="4698725"/>
              <a:ext cx="1524000" cy="90488"/>
            </a:xfrm>
            <a:custGeom>
              <a:avLst/>
              <a:gdLst/>
              <a:ahLst/>
              <a:cxnLst/>
              <a:rect l="l" t="t" r="r" b="b"/>
              <a:pathLst>
                <a:path w="578" h="34">
                  <a:moveTo>
                    <a:pt x="561" y="34"/>
                  </a:moveTo>
                  <a:cubicBezTo>
                    <a:pt x="17" y="34"/>
                    <a:pt x="17" y="34"/>
                    <a:pt x="17" y="34"/>
                  </a:cubicBezTo>
                  <a:cubicBezTo>
                    <a:pt x="8" y="34"/>
                    <a:pt x="0" y="26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1" y="0"/>
                    <a:pt x="578" y="7"/>
                    <a:pt x="578" y="17"/>
                  </a:cubicBezTo>
                  <a:cubicBezTo>
                    <a:pt x="578" y="17"/>
                    <a:pt x="578" y="17"/>
                    <a:pt x="578" y="17"/>
                  </a:cubicBezTo>
                  <a:cubicBezTo>
                    <a:pt x="578" y="26"/>
                    <a:pt x="571" y="34"/>
                    <a:pt x="561" y="34"/>
                  </a:cubicBezTo>
                  <a:close/>
                </a:path>
              </a:pathLst>
            </a:custGeom>
            <a:solidFill>
              <a:srgbClr val="494F70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8" name="AutoShape 48"/>
            <p:cNvSpPr/>
            <p:nvPr/>
          </p:nvSpPr>
          <p:spPr>
            <a:xfrm>
              <a:off x="7480192" y="2212700"/>
              <a:ext cx="3690938" cy="2260600"/>
            </a:xfrm>
            <a:custGeom>
              <a:avLst/>
              <a:gdLst/>
              <a:ahLst/>
              <a:cxnLst/>
              <a:rect l="l" t="t" r="r" b="b"/>
              <a:pathLst>
                <a:path w="1399" h="857">
                  <a:moveTo>
                    <a:pt x="5" y="804"/>
                  </a:moveTo>
                  <a:cubicBezTo>
                    <a:pt x="144" y="37"/>
                    <a:pt x="144" y="37"/>
                    <a:pt x="144" y="37"/>
                  </a:cubicBezTo>
                  <a:cubicBezTo>
                    <a:pt x="148" y="16"/>
                    <a:pt x="167" y="0"/>
                    <a:pt x="188" y="0"/>
                  </a:cubicBezTo>
                  <a:cubicBezTo>
                    <a:pt x="1350" y="0"/>
                    <a:pt x="1350" y="0"/>
                    <a:pt x="1350" y="0"/>
                  </a:cubicBezTo>
                  <a:cubicBezTo>
                    <a:pt x="1378" y="0"/>
                    <a:pt x="1399" y="25"/>
                    <a:pt x="1394" y="53"/>
                  </a:cubicBezTo>
                  <a:cubicBezTo>
                    <a:pt x="1255" y="820"/>
                    <a:pt x="1255" y="820"/>
                    <a:pt x="1255" y="820"/>
                  </a:cubicBezTo>
                  <a:cubicBezTo>
                    <a:pt x="1251" y="841"/>
                    <a:pt x="1232" y="857"/>
                    <a:pt x="1211" y="857"/>
                  </a:cubicBezTo>
                  <a:cubicBezTo>
                    <a:pt x="49" y="857"/>
                    <a:pt x="49" y="857"/>
                    <a:pt x="49" y="857"/>
                  </a:cubicBezTo>
                  <a:cubicBezTo>
                    <a:pt x="21" y="857"/>
                    <a:pt x="0" y="831"/>
                    <a:pt x="5" y="804"/>
                  </a:cubicBezTo>
                  <a:close/>
                </a:path>
              </a:pathLst>
            </a:custGeom>
            <a:solidFill>
              <a:srgbClr val="494F70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9" name="AutoShape 49"/>
            <p:cNvSpPr/>
            <p:nvPr/>
          </p:nvSpPr>
          <p:spPr>
            <a:xfrm>
              <a:off x="7637355" y="2307950"/>
              <a:ext cx="3425825" cy="1771650"/>
            </a:xfrm>
            <a:custGeom>
              <a:avLst/>
              <a:gdLst/>
              <a:ahLst/>
              <a:cxnLst/>
              <a:rect l="l" t="t" r="r" b="b"/>
              <a:pathLst>
                <a:path w="1298" h="672">
                  <a:moveTo>
                    <a:pt x="1161" y="672"/>
                  </a:moveTo>
                  <a:cubicBezTo>
                    <a:pt x="21" y="672"/>
                    <a:pt x="21" y="672"/>
                    <a:pt x="21" y="672"/>
                  </a:cubicBezTo>
                  <a:cubicBezTo>
                    <a:pt x="9" y="672"/>
                    <a:pt x="0" y="661"/>
                    <a:pt x="2" y="649"/>
                  </a:cubicBezTo>
                  <a:cubicBezTo>
                    <a:pt x="118" y="16"/>
                    <a:pt x="118" y="16"/>
                    <a:pt x="118" y="16"/>
                  </a:cubicBezTo>
                  <a:cubicBezTo>
                    <a:pt x="120" y="7"/>
                    <a:pt x="128" y="0"/>
                    <a:pt x="137" y="0"/>
                  </a:cubicBezTo>
                  <a:cubicBezTo>
                    <a:pt x="1277" y="0"/>
                    <a:pt x="1277" y="0"/>
                    <a:pt x="1277" y="0"/>
                  </a:cubicBezTo>
                  <a:cubicBezTo>
                    <a:pt x="1289" y="0"/>
                    <a:pt x="1298" y="11"/>
                    <a:pt x="1296" y="23"/>
                  </a:cubicBezTo>
                  <a:cubicBezTo>
                    <a:pt x="1180" y="656"/>
                    <a:pt x="1180" y="656"/>
                    <a:pt x="1180" y="656"/>
                  </a:cubicBezTo>
                  <a:cubicBezTo>
                    <a:pt x="1178" y="665"/>
                    <a:pt x="1170" y="672"/>
                    <a:pt x="1161" y="672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0" name="AutoShape 50"/>
            <p:cNvSpPr/>
            <p:nvPr/>
          </p:nvSpPr>
          <p:spPr>
            <a:xfrm>
              <a:off x="7824680" y="2466700"/>
              <a:ext cx="3051175" cy="1455738"/>
            </a:xfrm>
            <a:custGeom>
              <a:avLst/>
              <a:gdLst/>
              <a:ahLst/>
              <a:cxnLst/>
              <a:rect l="l" t="t" r="r" b="b"/>
              <a:pathLst>
                <a:path w="1156" h="552">
                  <a:moveTo>
                    <a:pt x="1154" y="16"/>
                  </a:moveTo>
                  <a:cubicBezTo>
                    <a:pt x="1143" y="79"/>
                    <a:pt x="1143" y="79"/>
                    <a:pt x="1143" y="79"/>
                  </a:cubicBezTo>
                  <a:cubicBezTo>
                    <a:pt x="1058" y="541"/>
                    <a:pt x="1058" y="541"/>
                    <a:pt x="1058" y="541"/>
                  </a:cubicBezTo>
                  <a:cubicBezTo>
                    <a:pt x="1057" y="547"/>
                    <a:pt x="1051" y="552"/>
                    <a:pt x="1045" y="552"/>
                  </a:cubicBezTo>
                  <a:cubicBezTo>
                    <a:pt x="15" y="552"/>
                    <a:pt x="15" y="552"/>
                    <a:pt x="15" y="552"/>
                  </a:cubicBezTo>
                  <a:cubicBezTo>
                    <a:pt x="7" y="552"/>
                    <a:pt x="0" y="544"/>
                    <a:pt x="2" y="536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98" y="11"/>
                    <a:pt x="98" y="11"/>
                    <a:pt x="98" y="11"/>
                  </a:cubicBezTo>
                  <a:cubicBezTo>
                    <a:pt x="99" y="5"/>
                    <a:pt x="105" y="0"/>
                    <a:pt x="111" y="0"/>
                  </a:cubicBezTo>
                  <a:cubicBezTo>
                    <a:pt x="1141" y="0"/>
                    <a:pt x="1141" y="0"/>
                    <a:pt x="1141" y="0"/>
                  </a:cubicBezTo>
                  <a:cubicBezTo>
                    <a:pt x="1149" y="0"/>
                    <a:pt x="1156" y="8"/>
                    <a:pt x="1154" y="16"/>
                  </a:cubicBezTo>
                  <a:close/>
                </a:path>
              </a:pathLst>
            </a:custGeom>
            <a:solidFill>
              <a:srgbClr val="EBEE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1" name="AutoShape 51"/>
            <p:cNvSpPr/>
            <p:nvPr/>
          </p:nvSpPr>
          <p:spPr>
            <a:xfrm>
              <a:off x="8050105" y="2466700"/>
              <a:ext cx="2825750" cy="207963"/>
            </a:xfrm>
            <a:custGeom>
              <a:avLst/>
              <a:gdLst/>
              <a:ahLst/>
              <a:cxnLst/>
              <a:rect l="l" t="t" r="r" b="b"/>
              <a:pathLst>
                <a:path w="1071" h="79">
                  <a:moveTo>
                    <a:pt x="1069" y="16"/>
                  </a:moveTo>
                  <a:cubicBezTo>
                    <a:pt x="1058" y="79"/>
                    <a:pt x="1058" y="79"/>
                    <a:pt x="1058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4" y="5"/>
                    <a:pt x="20" y="0"/>
                    <a:pt x="26" y="0"/>
                  </a:cubicBezTo>
                  <a:cubicBezTo>
                    <a:pt x="1056" y="0"/>
                    <a:pt x="1056" y="0"/>
                    <a:pt x="1056" y="0"/>
                  </a:cubicBezTo>
                  <a:cubicBezTo>
                    <a:pt x="1064" y="0"/>
                    <a:pt x="1071" y="8"/>
                    <a:pt x="1069" y="16"/>
                  </a:cubicBez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2" name="AutoShape 52"/>
            <p:cNvSpPr/>
            <p:nvPr/>
          </p:nvSpPr>
          <p:spPr>
            <a:xfrm>
              <a:off x="10669480" y="2538138"/>
              <a:ext cx="69850" cy="6826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3" name="AutoShape 53"/>
            <p:cNvSpPr/>
            <p:nvPr/>
          </p:nvSpPr>
          <p:spPr>
            <a:xfrm>
              <a:off x="10513905" y="2538138"/>
              <a:ext cx="69850" cy="6826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4" name="AutoShape 54"/>
            <p:cNvSpPr/>
            <p:nvPr/>
          </p:nvSpPr>
          <p:spPr>
            <a:xfrm>
              <a:off x="10358330" y="2538138"/>
              <a:ext cx="68263" cy="6826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5" name="AutoShape 55"/>
            <p:cNvSpPr/>
            <p:nvPr/>
          </p:nvSpPr>
          <p:spPr>
            <a:xfrm>
              <a:off x="9245492" y="2801663"/>
              <a:ext cx="1443038" cy="690563"/>
            </a:xfrm>
            <a:custGeom>
              <a:avLst/>
              <a:gdLst/>
              <a:ahLst/>
              <a:cxnLst/>
              <a:rect l="l" t="t" r="r" b="b"/>
              <a:pathLst>
                <a:path w="547" h="262">
                  <a:moveTo>
                    <a:pt x="547" y="8"/>
                  </a:moveTo>
                  <a:cubicBezTo>
                    <a:pt x="541" y="38"/>
                    <a:pt x="541" y="38"/>
                    <a:pt x="541" y="38"/>
                  </a:cubicBezTo>
                  <a:cubicBezTo>
                    <a:pt x="501" y="256"/>
                    <a:pt x="501" y="256"/>
                    <a:pt x="501" y="256"/>
                  </a:cubicBezTo>
                  <a:cubicBezTo>
                    <a:pt x="501" y="259"/>
                    <a:pt x="498" y="262"/>
                    <a:pt x="495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3" y="262"/>
                    <a:pt x="0" y="258"/>
                    <a:pt x="0" y="254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6" y="5"/>
                    <a:pt x="46" y="5"/>
                    <a:pt x="46" y="5"/>
                  </a:cubicBezTo>
                  <a:cubicBezTo>
                    <a:pt x="46" y="2"/>
                    <a:pt x="49" y="0"/>
                    <a:pt x="52" y="0"/>
                  </a:cubicBezTo>
                  <a:cubicBezTo>
                    <a:pt x="540" y="0"/>
                    <a:pt x="540" y="0"/>
                    <a:pt x="540" y="0"/>
                  </a:cubicBezTo>
                  <a:cubicBezTo>
                    <a:pt x="544" y="0"/>
                    <a:pt x="547" y="4"/>
                    <a:pt x="547" y="8"/>
                  </a:cubicBez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6" name="AutoShape 56"/>
            <p:cNvSpPr/>
            <p:nvPr/>
          </p:nvSpPr>
          <p:spPr>
            <a:xfrm>
              <a:off x="8123130" y="2801663"/>
              <a:ext cx="1150938" cy="176213"/>
            </a:xfrm>
            <a:custGeom>
              <a:avLst/>
              <a:gdLst/>
              <a:ahLst/>
              <a:cxnLst/>
              <a:rect l="l" t="t" r="r" b="b"/>
              <a:pathLst>
                <a:path w="436" h="67">
                  <a:moveTo>
                    <a:pt x="436" y="8"/>
                  </a:moveTo>
                  <a:cubicBezTo>
                    <a:pt x="430" y="38"/>
                    <a:pt x="430" y="38"/>
                    <a:pt x="430" y="38"/>
                  </a:cubicBezTo>
                  <a:cubicBezTo>
                    <a:pt x="425" y="62"/>
                    <a:pt x="425" y="62"/>
                    <a:pt x="425" y="62"/>
                  </a:cubicBezTo>
                  <a:cubicBezTo>
                    <a:pt x="425" y="65"/>
                    <a:pt x="422" y="67"/>
                    <a:pt x="419" y="67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3" y="67"/>
                    <a:pt x="0" y="64"/>
                    <a:pt x="1" y="60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2" y="2"/>
                    <a:pt x="15" y="0"/>
                    <a:pt x="18" y="0"/>
                  </a:cubicBezTo>
                  <a:cubicBezTo>
                    <a:pt x="429" y="0"/>
                    <a:pt x="429" y="0"/>
                    <a:pt x="429" y="0"/>
                  </a:cubicBezTo>
                  <a:cubicBezTo>
                    <a:pt x="433" y="0"/>
                    <a:pt x="436" y="4"/>
                    <a:pt x="436" y="8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7" name="AutoShape 57"/>
            <p:cNvSpPr/>
            <p:nvPr/>
          </p:nvSpPr>
          <p:spPr>
            <a:xfrm>
              <a:off x="8070742" y="3057250"/>
              <a:ext cx="1150938" cy="176213"/>
            </a:xfrm>
            <a:custGeom>
              <a:avLst/>
              <a:gdLst/>
              <a:ahLst/>
              <a:cxnLst/>
              <a:rect l="l" t="t" r="r" b="b"/>
              <a:pathLst>
                <a:path w="436" h="67">
                  <a:moveTo>
                    <a:pt x="436" y="8"/>
                  </a:moveTo>
                  <a:cubicBezTo>
                    <a:pt x="430" y="37"/>
                    <a:pt x="430" y="37"/>
                    <a:pt x="430" y="37"/>
                  </a:cubicBezTo>
                  <a:cubicBezTo>
                    <a:pt x="425" y="62"/>
                    <a:pt x="425" y="62"/>
                    <a:pt x="425" y="62"/>
                  </a:cubicBezTo>
                  <a:cubicBezTo>
                    <a:pt x="424" y="65"/>
                    <a:pt x="422" y="67"/>
                    <a:pt x="419" y="67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3" y="67"/>
                    <a:pt x="0" y="64"/>
                    <a:pt x="1" y="60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2" y="2"/>
                    <a:pt x="14" y="0"/>
                    <a:pt x="17" y="0"/>
                  </a:cubicBezTo>
                  <a:cubicBezTo>
                    <a:pt x="429" y="0"/>
                    <a:pt x="429" y="0"/>
                    <a:pt x="429" y="0"/>
                  </a:cubicBezTo>
                  <a:cubicBezTo>
                    <a:pt x="433" y="0"/>
                    <a:pt x="436" y="4"/>
                    <a:pt x="436" y="8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8" name="AutoShape 58"/>
            <p:cNvSpPr/>
            <p:nvPr/>
          </p:nvSpPr>
          <p:spPr>
            <a:xfrm>
              <a:off x="8018355" y="3312838"/>
              <a:ext cx="1149350" cy="176213"/>
            </a:xfrm>
            <a:custGeom>
              <a:avLst/>
              <a:gdLst/>
              <a:ahLst/>
              <a:cxnLst/>
              <a:rect l="l" t="t" r="r" b="b"/>
              <a:pathLst>
                <a:path w="436" h="67">
                  <a:moveTo>
                    <a:pt x="435" y="7"/>
                  </a:moveTo>
                  <a:cubicBezTo>
                    <a:pt x="430" y="37"/>
                    <a:pt x="430" y="37"/>
                    <a:pt x="430" y="37"/>
                  </a:cubicBezTo>
                  <a:cubicBezTo>
                    <a:pt x="425" y="62"/>
                    <a:pt x="425" y="62"/>
                    <a:pt x="425" y="62"/>
                  </a:cubicBezTo>
                  <a:cubicBezTo>
                    <a:pt x="424" y="65"/>
                    <a:pt x="422" y="67"/>
                    <a:pt x="418" y="67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3" y="67"/>
                    <a:pt x="0" y="63"/>
                    <a:pt x="0" y="60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2" y="2"/>
                    <a:pt x="14" y="0"/>
                    <a:pt x="17" y="0"/>
                  </a:cubicBezTo>
                  <a:cubicBezTo>
                    <a:pt x="429" y="0"/>
                    <a:pt x="429" y="0"/>
                    <a:pt x="429" y="0"/>
                  </a:cubicBezTo>
                  <a:cubicBezTo>
                    <a:pt x="433" y="0"/>
                    <a:pt x="436" y="3"/>
                    <a:pt x="435" y="7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9" name="AutoShape 59"/>
            <p:cNvSpPr/>
            <p:nvPr/>
          </p:nvSpPr>
          <p:spPr>
            <a:xfrm>
              <a:off x="7954855" y="3619225"/>
              <a:ext cx="2582863" cy="176213"/>
            </a:xfrm>
            <a:custGeom>
              <a:avLst/>
              <a:gdLst/>
              <a:ahLst/>
              <a:cxnLst/>
              <a:rect l="l" t="t" r="r" b="b"/>
              <a:pathLst>
                <a:path w="979" h="67">
                  <a:moveTo>
                    <a:pt x="978" y="8"/>
                  </a:moveTo>
                  <a:cubicBezTo>
                    <a:pt x="973" y="38"/>
                    <a:pt x="973" y="38"/>
                    <a:pt x="973" y="38"/>
                  </a:cubicBezTo>
                  <a:cubicBezTo>
                    <a:pt x="968" y="62"/>
                    <a:pt x="968" y="62"/>
                    <a:pt x="968" y="62"/>
                  </a:cubicBezTo>
                  <a:cubicBezTo>
                    <a:pt x="967" y="65"/>
                    <a:pt x="964" y="67"/>
                    <a:pt x="961" y="67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3" y="67"/>
                    <a:pt x="0" y="64"/>
                    <a:pt x="1" y="60"/>
                  </a:cubicBezTo>
                  <a:cubicBezTo>
                    <a:pt x="6" y="38"/>
                    <a:pt x="6" y="38"/>
                    <a:pt x="6" y="38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2" y="2"/>
                    <a:pt x="15" y="0"/>
                    <a:pt x="18" y="0"/>
                  </a:cubicBezTo>
                  <a:cubicBezTo>
                    <a:pt x="972" y="0"/>
                    <a:pt x="972" y="0"/>
                    <a:pt x="972" y="0"/>
                  </a:cubicBezTo>
                  <a:cubicBezTo>
                    <a:pt x="976" y="0"/>
                    <a:pt x="979" y="4"/>
                    <a:pt x="978" y="8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0" name="AutoShape 60"/>
            <p:cNvSpPr/>
            <p:nvPr/>
          </p:nvSpPr>
          <p:spPr>
            <a:xfrm flipV="1">
              <a:off x="9474092" y="2927075"/>
              <a:ext cx="982663" cy="438150"/>
            </a:xfrm>
            <a:prstGeom prst="line">
              <a:avLst/>
            </a:prstGeom>
            <a:ln w="317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1" name="AutoShape 61"/>
            <p:cNvSpPr/>
            <p:nvPr/>
          </p:nvSpPr>
          <p:spPr>
            <a:xfrm>
              <a:off x="9540767" y="2917550"/>
              <a:ext cx="844550" cy="458788"/>
            </a:xfrm>
            <a:prstGeom prst="line">
              <a:avLst/>
            </a:prstGeom>
            <a:ln w="317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2" name="AutoShape 62"/>
            <p:cNvSpPr/>
            <p:nvPr/>
          </p:nvSpPr>
          <p:spPr>
            <a:xfrm>
              <a:off x="10158305" y="3708125"/>
              <a:ext cx="933450" cy="207963"/>
            </a:xfrm>
            <a:custGeom>
              <a:avLst/>
              <a:gdLst/>
              <a:ahLst/>
              <a:cxnLst/>
              <a:rect l="l" t="t" r="r" b="b"/>
              <a:pathLst>
                <a:path w="354" h="79">
                  <a:moveTo>
                    <a:pt x="339" y="79"/>
                  </a:moveTo>
                  <a:cubicBezTo>
                    <a:pt x="15" y="79"/>
                    <a:pt x="15" y="79"/>
                    <a:pt x="15" y="79"/>
                  </a:cubicBezTo>
                  <a:cubicBezTo>
                    <a:pt x="7" y="79"/>
                    <a:pt x="0" y="72"/>
                    <a:pt x="0" y="6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6"/>
                    <a:pt x="7" y="0"/>
                    <a:pt x="15" y="0"/>
                  </a:cubicBezTo>
                  <a:cubicBezTo>
                    <a:pt x="339" y="0"/>
                    <a:pt x="339" y="0"/>
                    <a:pt x="339" y="0"/>
                  </a:cubicBezTo>
                  <a:cubicBezTo>
                    <a:pt x="347" y="0"/>
                    <a:pt x="354" y="6"/>
                    <a:pt x="354" y="15"/>
                  </a:cubicBezTo>
                  <a:cubicBezTo>
                    <a:pt x="354" y="64"/>
                    <a:pt x="354" y="64"/>
                    <a:pt x="354" y="64"/>
                  </a:cubicBezTo>
                  <a:cubicBezTo>
                    <a:pt x="354" y="72"/>
                    <a:pt x="347" y="79"/>
                    <a:pt x="339" y="79"/>
                  </a:cubicBezTo>
                  <a:close/>
                </a:path>
              </a:pathLst>
            </a:custGeom>
            <a:solidFill>
              <a:srgbClr val="D64D8B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3" name="AutoShape 63"/>
            <p:cNvSpPr/>
            <p:nvPr/>
          </p:nvSpPr>
          <p:spPr>
            <a:xfrm>
              <a:off x="9501080" y="3803375"/>
              <a:ext cx="931863" cy="211138"/>
            </a:xfrm>
            <a:custGeom>
              <a:avLst/>
              <a:gdLst/>
              <a:ahLst/>
              <a:cxnLst/>
              <a:rect l="l" t="t" r="r" b="b"/>
              <a:pathLst>
                <a:path w="353" h="80">
                  <a:moveTo>
                    <a:pt x="338" y="80"/>
                  </a:moveTo>
                  <a:cubicBezTo>
                    <a:pt x="15" y="80"/>
                    <a:pt x="15" y="80"/>
                    <a:pt x="15" y="80"/>
                  </a:cubicBezTo>
                  <a:cubicBezTo>
                    <a:pt x="6" y="80"/>
                    <a:pt x="0" y="73"/>
                    <a:pt x="0" y="6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7"/>
                    <a:pt x="6" y="0"/>
                    <a:pt x="15" y="0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47" y="0"/>
                    <a:pt x="353" y="7"/>
                    <a:pt x="353" y="15"/>
                  </a:cubicBezTo>
                  <a:cubicBezTo>
                    <a:pt x="353" y="64"/>
                    <a:pt x="353" y="64"/>
                    <a:pt x="353" y="64"/>
                  </a:cubicBezTo>
                  <a:cubicBezTo>
                    <a:pt x="353" y="73"/>
                    <a:pt x="347" y="80"/>
                    <a:pt x="338" y="80"/>
                  </a:cubicBezTo>
                  <a:close/>
                </a:path>
              </a:pathLst>
            </a:custGeom>
            <a:solidFill>
              <a:srgbClr val="F3C700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4" name="AutoShape 64"/>
            <p:cNvSpPr/>
            <p:nvPr/>
          </p:nvSpPr>
          <p:spPr>
            <a:xfrm>
              <a:off x="7011880" y="3465238"/>
              <a:ext cx="269875" cy="425450"/>
            </a:xfrm>
            <a:custGeom>
              <a:avLst/>
              <a:gdLst/>
              <a:ahLst/>
              <a:cxnLst/>
              <a:rect l="l" t="t" r="r" b="b"/>
              <a:pathLst>
                <a:path w="170" h="268">
                  <a:moveTo>
                    <a:pt x="47" y="0"/>
                  </a:moveTo>
                  <a:lnTo>
                    <a:pt x="0" y="244"/>
                  </a:lnTo>
                  <a:lnTo>
                    <a:pt x="123" y="268"/>
                  </a:lnTo>
                  <a:lnTo>
                    <a:pt x="170" y="23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FBAF7B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5" name="AutoShape 65"/>
            <p:cNvSpPr/>
            <p:nvPr/>
          </p:nvSpPr>
          <p:spPr>
            <a:xfrm>
              <a:off x="7059505" y="3465238"/>
              <a:ext cx="217488" cy="290513"/>
            </a:xfrm>
            <a:custGeom>
              <a:avLst/>
              <a:gdLst/>
              <a:ahLst/>
              <a:cxnLst/>
              <a:rect l="l" t="t" r="r" b="b"/>
              <a:pathLst>
                <a:path w="82" h="110">
                  <a:moveTo>
                    <a:pt x="10" y="0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16" y="77"/>
                    <a:pt x="45" y="97"/>
                    <a:pt x="66" y="11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18"/>
                    <a:pt x="80" y="15"/>
                    <a:pt x="78" y="13"/>
                  </a:cubicBezTo>
                  <a:lnTo>
                    <a:pt x="10" y="0"/>
                  </a:lnTo>
                  <a:close/>
                </a:path>
              </a:pathLst>
            </a:custGeom>
            <a:solidFill>
              <a:srgbClr val="FB8862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6" name="AutoShape 66"/>
            <p:cNvSpPr/>
            <p:nvPr/>
          </p:nvSpPr>
          <p:spPr>
            <a:xfrm>
              <a:off x="7089667" y="3128688"/>
              <a:ext cx="479425" cy="600075"/>
            </a:xfrm>
            <a:custGeom>
              <a:avLst/>
              <a:gdLst/>
              <a:ahLst/>
              <a:cxnLst/>
              <a:rect l="l" t="t" r="r" b="b"/>
              <a:pathLst>
                <a:path w="182" h="228">
                  <a:moveTo>
                    <a:pt x="168" y="36"/>
                  </a:moveTo>
                  <a:cubicBezTo>
                    <a:pt x="168" y="36"/>
                    <a:pt x="182" y="153"/>
                    <a:pt x="105" y="222"/>
                  </a:cubicBezTo>
                  <a:cubicBezTo>
                    <a:pt x="100" y="226"/>
                    <a:pt x="92" y="228"/>
                    <a:pt x="86" y="226"/>
                  </a:cubicBezTo>
                  <a:cubicBezTo>
                    <a:pt x="61" y="219"/>
                    <a:pt x="3" y="198"/>
                    <a:pt x="2" y="163"/>
                  </a:cubicBezTo>
                  <a:cubicBezTo>
                    <a:pt x="0" y="119"/>
                    <a:pt x="9" y="17"/>
                    <a:pt x="52" y="8"/>
                  </a:cubicBezTo>
                  <a:cubicBezTo>
                    <a:pt x="96" y="0"/>
                    <a:pt x="168" y="36"/>
                    <a:pt x="168" y="36"/>
                  </a:cubicBezTo>
                  <a:close/>
                </a:path>
              </a:pathLst>
            </a:custGeom>
            <a:solidFill>
              <a:srgbClr val="FBAF7B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7" name="AutoShape 67"/>
            <p:cNvSpPr/>
            <p:nvPr/>
          </p:nvSpPr>
          <p:spPr>
            <a:xfrm>
              <a:off x="6922980" y="3273150"/>
              <a:ext cx="258763" cy="271463"/>
            </a:xfrm>
            <a:custGeom>
              <a:avLst/>
              <a:gdLst/>
              <a:ahLst/>
              <a:cxnLst/>
              <a:rect l="l" t="t" r="r" b="b"/>
              <a:pathLst>
                <a:path w="98" h="103">
                  <a:moveTo>
                    <a:pt x="98" y="46"/>
                  </a:moveTo>
                  <a:cubicBezTo>
                    <a:pt x="98" y="46"/>
                    <a:pt x="65" y="0"/>
                    <a:pt x="32" y="19"/>
                  </a:cubicBezTo>
                  <a:cubicBezTo>
                    <a:pt x="0" y="38"/>
                    <a:pt x="51" y="103"/>
                    <a:pt x="75" y="80"/>
                  </a:cubicBezTo>
                  <a:cubicBezTo>
                    <a:pt x="98" y="58"/>
                    <a:pt x="98" y="46"/>
                    <a:pt x="98" y="46"/>
                  </a:cubicBezTo>
                  <a:close/>
                </a:path>
              </a:pathLst>
            </a:custGeom>
            <a:solidFill>
              <a:srgbClr val="FBAF7B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8" name="AutoShape 68"/>
            <p:cNvSpPr/>
            <p:nvPr/>
          </p:nvSpPr>
          <p:spPr>
            <a:xfrm>
              <a:off x="7426217" y="3417613"/>
              <a:ext cx="31750" cy="55563"/>
            </a:xfrm>
            <a:custGeom>
              <a:avLst/>
              <a:gdLst/>
              <a:ahLst/>
              <a:cxnLst/>
              <a:rect l="l" t="t" r="r" b="b"/>
              <a:pathLst>
                <a:path w="12" h="21">
                  <a:moveTo>
                    <a:pt x="1" y="9"/>
                  </a:moveTo>
                  <a:cubicBezTo>
                    <a:pt x="0" y="15"/>
                    <a:pt x="1" y="20"/>
                    <a:pt x="4" y="20"/>
                  </a:cubicBezTo>
                  <a:cubicBezTo>
                    <a:pt x="6" y="21"/>
                    <a:pt x="9" y="17"/>
                    <a:pt x="10" y="11"/>
                  </a:cubicBezTo>
                  <a:cubicBezTo>
                    <a:pt x="12" y="6"/>
                    <a:pt x="10" y="1"/>
                    <a:pt x="8" y="0"/>
                  </a:cubicBezTo>
                  <a:cubicBezTo>
                    <a:pt x="5" y="0"/>
                    <a:pt x="2" y="4"/>
                    <a:pt x="1" y="9"/>
                  </a:cubicBezTo>
                  <a:close/>
                </a:path>
              </a:pathLst>
            </a:custGeom>
            <a:solidFill>
              <a:srgbClr val="373B54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9" name="AutoShape 69"/>
            <p:cNvSpPr/>
            <p:nvPr/>
          </p:nvSpPr>
          <p:spPr>
            <a:xfrm>
              <a:off x="7269055" y="3389038"/>
              <a:ext cx="31750" cy="55563"/>
            </a:xfrm>
            <a:custGeom>
              <a:avLst/>
              <a:gdLst/>
              <a:ahLst/>
              <a:cxnLst/>
              <a:rect l="l" t="t" r="r" b="b"/>
              <a:pathLst>
                <a:path w="12" h="21">
                  <a:moveTo>
                    <a:pt x="1" y="10"/>
                  </a:moveTo>
                  <a:cubicBezTo>
                    <a:pt x="0" y="15"/>
                    <a:pt x="1" y="20"/>
                    <a:pt x="4" y="21"/>
                  </a:cubicBezTo>
                  <a:cubicBezTo>
                    <a:pt x="7" y="21"/>
                    <a:pt x="10" y="17"/>
                    <a:pt x="11" y="12"/>
                  </a:cubicBezTo>
                  <a:cubicBezTo>
                    <a:pt x="12" y="6"/>
                    <a:pt x="10" y="1"/>
                    <a:pt x="8" y="0"/>
                  </a:cubicBezTo>
                  <a:cubicBezTo>
                    <a:pt x="5" y="0"/>
                    <a:pt x="2" y="4"/>
                    <a:pt x="1" y="10"/>
                  </a:cubicBezTo>
                  <a:close/>
                </a:path>
              </a:pathLst>
            </a:custGeom>
            <a:solidFill>
              <a:srgbClr val="373B54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0" name="AutoShape 70"/>
            <p:cNvSpPr/>
            <p:nvPr/>
          </p:nvSpPr>
          <p:spPr>
            <a:xfrm>
              <a:off x="7245242" y="3517625"/>
              <a:ext cx="125413" cy="190500"/>
            </a:xfrm>
            <a:custGeom>
              <a:avLst/>
              <a:gdLst/>
              <a:ahLst/>
              <a:cxnLst/>
              <a:rect l="l" t="t" r="r" b="b"/>
              <a:pathLst>
                <a:path w="48" h="72">
                  <a:moveTo>
                    <a:pt x="48" y="21"/>
                  </a:moveTo>
                  <a:cubicBezTo>
                    <a:pt x="47" y="20"/>
                    <a:pt x="0" y="0"/>
                    <a:pt x="0" y="0"/>
                  </a:cubicBezTo>
                  <a:cubicBezTo>
                    <a:pt x="0" y="0"/>
                    <a:pt x="0" y="72"/>
                    <a:pt x="47" y="20"/>
                  </a:cubicBezTo>
                  <a:lnTo>
                    <a:pt x="48" y="2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1" name="AutoShape 71"/>
            <p:cNvSpPr/>
            <p:nvPr/>
          </p:nvSpPr>
          <p:spPr>
            <a:xfrm>
              <a:off x="6643580" y="3763688"/>
              <a:ext cx="722313" cy="1138238"/>
            </a:xfrm>
            <a:custGeom>
              <a:avLst/>
              <a:gdLst/>
              <a:ahLst/>
              <a:cxnLst/>
              <a:rect l="l" t="t" r="r" b="b"/>
              <a:pathLst>
                <a:path w="274" h="432">
                  <a:moveTo>
                    <a:pt x="0" y="398"/>
                  </a:moveTo>
                  <a:cubicBezTo>
                    <a:pt x="87" y="432"/>
                    <a:pt x="186" y="402"/>
                    <a:pt x="274" y="397"/>
                  </a:cubicBezTo>
                  <a:cubicBezTo>
                    <a:pt x="267" y="260"/>
                    <a:pt x="267" y="260"/>
                    <a:pt x="267" y="260"/>
                  </a:cubicBezTo>
                  <a:cubicBezTo>
                    <a:pt x="257" y="67"/>
                    <a:pt x="257" y="67"/>
                    <a:pt x="257" y="67"/>
                  </a:cubicBezTo>
                  <a:cubicBezTo>
                    <a:pt x="254" y="50"/>
                    <a:pt x="246" y="35"/>
                    <a:pt x="234" y="24"/>
                  </a:cubicBezTo>
                  <a:cubicBezTo>
                    <a:pt x="221" y="12"/>
                    <a:pt x="221" y="12"/>
                    <a:pt x="221" y="12"/>
                  </a:cubicBezTo>
                  <a:cubicBezTo>
                    <a:pt x="220" y="12"/>
                    <a:pt x="220" y="12"/>
                    <a:pt x="220" y="12"/>
                  </a:cubicBezTo>
                  <a:cubicBezTo>
                    <a:pt x="220" y="12"/>
                    <a:pt x="209" y="53"/>
                    <a:pt x="147" y="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100" y="11"/>
                    <a:pt x="100" y="11"/>
                    <a:pt x="100" y="11"/>
                  </a:cubicBezTo>
                  <a:cubicBezTo>
                    <a:pt x="96" y="12"/>
                    <a:pt x="93" y="13"/>
                    <a:pt x="90" y="14"/>
                  </a:cubicBezTo>
                  <a:cubicBezTo>
                    <a:pt x="81" y="18"/>
                    <a:pt x="74" y="24"/>
                    <a:pt x="68" y="32"/>
                  </a:cubicBezTo>
                  <a:cubicBezTo>
                    <a:pt x="44" y="64"/>
                    <a:pt x="25" y="169"/>
                    <a:pt x="12" y="265"/>
                  </a:cubicBezTo>
                  <a:cubicBezTo>
                    <a:pt x="7" y="298"/>
                    <a:pt x="3" y="370"/>
                    <a:pt x="0" y="398"/>
                  </a:cubicBezTo>
                  <a:close/>
                </a:path>
              </a:pathLst>
            </a:custGeom>
            <a:solidFill>
              <a:srgbClr val="F3C700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2" name="AutoShape 72"/>
            <p:cNvSpPr/>
            <p:nvPr/>
          </p:nvSpPr>
          <p:spPr>
            <a:xfrm>
              <a:off x="6114942" y="3792263"/>
              <a:ext cx="792163" cy="1096963"/>
            </a:xfrm>
            <a:custGeom>
              <a:avLst/>
              <a:gdLst/>
              <a:ahLst/>
              <a:cxnLst/>
              <a:rect l="l" t="t" r="r" b="b"/>
              <a:pathLst>
                <a:path w="300" h="416">
                  <a:moveTo>
                    <a:pt x="0" y="389"/>
                  </a:moveTo>
                  <a:cubicBezTo>
                    <a:pt x="25" y="416"/>
                    <a:pt x="167" y="392"/>
                    <a:pt x="200" y="410"/>
                  </a:cubicBezTo>
                  <a:cubicBezTo>
                    <a:pt x="220" y="382"/>
                    <a:pt x="203" y="300"/>
                    <a:pt x="222" y="280"/>
                  </a:cubicBezTo>
                  <a:cubicBezTo>
                    <a:pt x="263" y="238"/>
                    <a:pt x="288" y="189"/>
                    <a:pt x="288" y="189"/>
                  </a:cubicBezTo>
                  <a:cubicBezTo>
                    <a:pt x="300" y="0"/>
                    <a:pt x="300" y="0"/>
                    <a:pt x="300" y="0"/>
                  </a:cubicBezTo>
                  <a:cubicBezTo>
                    <a:pt x="297" y="1"/>
                    <a:pt x="293" y="2"/>
                    <a:pt x="290" y="3"/>
                  </a:cubicBezTo>
                  <a:cubicBezTo>
                    <a:pt x="198" y="37"/>
                    <a:pt x="54" y="286"/>
                    <a:pt x="0" y="389"/>
                  </a:cubicBezTo>
                  <a:close/>
                </a:path>
              </a:pathLst>
            </a:custGeom>
            <a:solidFill>
              <a:srgbClr val="F3C700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3" name="AutoShape 73"/>
            <p:cNvSpPr/>
            <p:nvPr/>
          </p:nvSpPr>
          <p:spPr>
            <a:xfrm>
              <a:off x="7226192" y="3795438"/>
              <a:ext cx="1128713" cy="754063"/>
            </a:xfrm>
            <a:custGeom>
              <a:avLst/>
              <a:gdLst/>
              <a:ahLst/>
              <a:cxnLst/>
              <a:rect l="l" t="t" r="r" b="b"/>
              <a:pathLst>
                <a:path w="711" h="475">
                  <a:moveTo>
                    <a:pt x="711" y="133"/>
                  </a:moveTo>
                  <a:lnTo>
                    <a:pt x="293" y="475"/>
                  </a:lnTo>
                  <a:lnTo>
                    <a:pt x="37" y="325"/>
                  </a:lnTo>
                  <a:lnTo>
                    <a:pt x="0" y="0"/>
                  </a:lnTo>
                  <a:lnTo>
                    <a:pt x="336" y="151"/>
                  </a:lnTo>
                  <a:lnTo>
                    <a:pt x="605" y="60"/>
                  </a:lnTo>
                  <a:lnTo>
                    <a:pt x="711" y="133"/>
                  </a:lnTo>
                  <a:close/>
                </a:path>
              </a:pathLst>
            </a:custGeom>
            <a:solidFill>
              <a:srgbClr val="F3C700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4" name="AutoShape 74"/>
            <p:cNvSpPr/>
            <p:nvPr/>
          </p:nvSpPr>
          <p:spPr>
            <a:xfrm>
              <a:off x="6975367" y="2993750"/>
              <a:ext cx="731838" cy="400050"/>
            </a:xfrm>
            <a:custGeom>
              <a:avLst/>
              <a:gdLst/>
              <a:ahLst/>
              <a:cxnLst/>
              <a:rect l="l" t="t" r="r" b="b"/>
              <a:pathLst>
                <a:path w="277" h="152">
                  <a:moveTo>
                    <a:pt x="19" y="122"/>
                  </a:moveTo>
                  <a:cubicBezTo>
                    <a:pt x="19" y="122"/>
                    <a:pt x="0" y="51"/>
                    <a:pt x="34" y="24"/>
                  </a:cubicBezTo>
                  <a:cubicBezTo>
                    <a:pt x="51" y="10"/>
                    <a:pt x="65" y="41"/>
                    <a:pt x="65" y="41"/>
                  </a:cubicBezTo>
                  <a:cubicBezTo>
                    <a:pt x="65" y="41"/>
                    <a:pt x="100" y="0"/>
                    <a:pt x="131" y="10"/>
                  </a:cubicBezTo>
                  <a:cubicBezTo>
                    <a:pt x="175" y="24"/>
                    <a:pt x="182" y="87"/>
                    <a:pt x="242" y="73"/>
                  </a:cubicBezTo>
                  <a:cubicBezTo>
                    <a:pt x="277" y="65"/>
                    <a:pt x="257" y="110"/>
                    <a:pt x="227" y="127"/>
                  </a:cubicBezTo>
                  <a:cubicBezTo>
                    <a:pt x="204" y="141"/>
                    <a:pt x="173" y="143"/>
                    <a:pt x="132" y="116"/>
                  </a:cubicBezTo>
                  <a:cubicBezTo>
                    <a:pt x="132" y="116"/>
                    <a:pt x="99" y="84"/>
                    <a:pt x="61" y="152"/>
                  </a:cubicBezTo>
                  <a:cubicBezTo>
                    <a:pt x="61" y="152"/>
                    <a:pt x="51" y="113"/>
                    <a:pt x="19" y="122"/>
                  </a:cubicBezTo>
                  <a:close/>
                </a:path>
              </a:pathLst>
            </a:custGeom>
            <a:solidFill>
              <a:srgbClr val="373B54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5" name="AutoShape 75"/>
            <p:cNvSpPr/>
            <p:nvPr/>
          </p:nvSpPr>
          <p:spPr>
            <a:xfrm>
              <a:off x="6994417" y="3333475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40" h="43">
                  <a:moveTo>
                    <a:pt x="39" y="42"/>
                  </a:moveTo>
                  <a:cubicBezTo>
                    <a:pt x="39" y="42"/>
                    <a:pt x="27" y="38"/>
                    <a:pt x="29" y="32"/>
                  </a:cubicBezTo>
                  <a:cubicBezTo>
                    <a:pt x="31" y="25"/>
                    <a:pt x="40" y="23"/>
                    <a:pt x="40" y="23"/>
                  </a:cubicBezTo>
                  <a:cubicBezTo>
                    <a:pt x="40" y="23"/>
                    <a:pt x="30" y="0"/>
                    <a:pt x="15" y="8"/>
                  </a:cubicBezTo>
                  <a:cubicBezTo>
                    <a:pt x="0" y="16"/>
                    <a:pt x="16" y="43"/>
                    <a:pt x="39" y="42"/>
                  </a:cubicBezTo>
                  <a:close/>
                </a:path>
              </a:pathLst>
            </a:custGeom>
            <a:solidFill>
              <a:srgbClr val="FB8862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6" name="AutoShape 76"/>
            <p:cNvSpPr/>
            <p:nvPr/>
          </p:nvSpPr>
          <p:spPr>
            <a:xfrm flipV="1">
              <a:off x="6643580" y="4359000"/>
              <a:ext cx="192088" cy="454025"/>
            </a:xfrm>
            <a:prstGeom prst="line">
              <a:avLst/>
            </a:prstGeom>
            <a:ln w="31750">
              <a:solidFill>
                <a:srgbClr val="FB8862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77" name="AutoShape 77"/>
            <p:cNvSpPr/>
            <p:nvPr/>
          </p:nvSpPr>
          <p:spPr>
            <a:xfrm>
              <a:off x="7146817" y="3660500"/>
              <a:ext cx="1343025" cy="1212850"/>
            </a:xfrm>
            <a:custGeom>
              <a:avLst/>
              <a:gdLst/>
              <a:ahLst/>
              <a:cxnLst/>
              <a:rect l="l" t="t" r="r" b="b"/>
              <a:pathLst>
                <a:path w="845" h="764">
                  <a:moveTo>
                    <a:pt x="281" y="764"/>
                  </a:moveTo>
                  <a:lnTo>
                    <a:pt x="0" y="764"/>
                  </a:lnTo>
                  <a:lnTo>
                    <a:pt x="693" y="0"/>
                  </a:lnTo>
                  <a:lnTo>
                    <a:pt x="846" y="140"/>
                  </a:lnTo>
                  <a:lnTo>
                    <a:pt x="281" y="764"/>
                  </a:ln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8" name="AutoShape 78"/>
            <p:cNvSpPr/>
            <p:nvPr/>
          </p:nvSpPr>
          <p:spPr>
            <a:xfrm>
              <a:off x="8034230" y="3065188"/>
              <a:ext cx="1020763" cy="1019175"/>
            </a:xfrm>
            <a:custGeom>
              <a:avLst/>
              <a:gdLst/>
              <a:ahLst/>
              <a:cxnLst/>
              <a:rect l="l" t="t" r="r" b="b"/>
              <a:pathLst>
                <a:path w="387" h="387">
                  <a:moveTo>
                    <a:pt x="328" y="310"/>
                  </a:moveTo>
                  <a:cubicBezTo>
                    <a:pt x="262" y="382"/>
                    <a:pt x="151" y="387"/>
                    <a:pt x="78" y="322"/>
                  </a:cubicBezTo>
                  <a:cubicBezTo>
                    <a:pt x="6" y="256"/>
                    <a:pt x="0" y="145"/>
                    <a:pt x="66" y="72"/>
                  </a:cubicBezTo>
                  <a:cubicBezTo>
                    <a:pt x="117" y="16"/>
                    <a:pt x="195" y="0"/>
                    <a:pt x="262" y="27"/>
                  </a:cubicBezTo>
                  <a:cubicBezTo>
                    <a:pt x="122" y="180"/>
                    <a:pt x="122" y="180"/>
                    <a:pt x="122" y="180"/>
                  </a:cubicBezTo>
                  <a:cubicBezTo>
                    <a:pt x="215" y="264"/>
                    <a:pt x="215" y="264"/>
                    <a:pt x="215" y="264"/>
                  </a:cubicBezTo>
                  <a:cubicBezTo>
                    <a:pt x="354" y="110"/>
                    <a:pt x="354" y="110"/>
                    <a:pt x="354" y="110"/>
                  </a:cubicBezTo>
                  <a:cubicBezTo>
                    <a:pt x="387" y="174"/>
                    <a:pt x="379" y="254"/>
                    <a:pt x="328" y="310"/>
                  </a:cubicBez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9" name="AutoShape 79"/>
            <p:cNvSpPr/>
            <p:nvPr/>
          </p:nvSpPr>
          <p:spPr>
            <a:xfrm>
              <a:off x="8110430" y="3911325"/>
              <a:ext cx="242888" cy="360363"/>
            </a:xfrm>
            <a:custGeom>
              <a:avLst/>
              <a:gdLst/>
              <a:ahLst/>
              <a:cxnLst/>
              <a:rect l="l" t="t" r="r" b="b"/>
              <a:pathLst>
                <a:path w="92" h="137">
                  <a:moveTo>
                    <a:pt x="86" y="74"/>
                  </a:moveTo>
                  <a:cubicBezTo>
                    <a:pt x="90" y="67"/>
                    <a:pt x="92" y="59"/>
                    <a:pt x="91" y="52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3" y="5"/>
                    <a:pt x="68" y="0"/>
                    <a:pt x="59" y="9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2" y="67"/>
                    <a:pt x="0" y="75"/>
                    <a:pt x="2" y="82"/>
                  </a:cubicBezTo>
                  <a:cubicBezTo>
                    <a:pt x="20" y="124"/>
                    <a:pt x="20" y="124"/>
                    <a:pt x="20" y="124"/>
                  </a:cubicBezTo>
                  <a:cubicBezTo>
                    <a:pt x="26" y="137"/>
                    <a:pt x="44" y="137"/>
                    <a:pt x="50" y="125"/>
                  </a:cubicBezTo>
                  <a:lnTo>
                    <a:pt x="86" y="74"/>
                  </a:lnTo>
                  <a:close/>
                </a:path>
              </a:pathLst>
            </a:custGeom>
            <a:solidFill>
              <a:srgbClr val="FBAF7B">
                <a:alpha val="100000"/>
              </a:srgbClr>
            </a:solidFill>
            <a:ln>
              <a:headEnd type="none"/>
              <a:tailEnd type="none"/>
            </a:ln>
          </p:spPr>
        </p:sp>
      </p:grpSp>
      <p:sp>
        <p:nvSpPr>
          <p:cNvPr id="80" name="AutoShape 80"/>
          <p:cNvSpPr/>
          <p:nvPr/>
        </p:nvSpPr>
        <p:spPr>
          <a:xfrm>
            <a:off x="660399" y="5982039"/>
            <a:ext cx="10858501" cy="175438"/>
          </a:xfrm>
          <a:custGeom>
            <a:avLst/>
            <a:gdLst/>
            <a:ahLst/>
            <a:cxnLst/>
            <a:rect l="l" t="t" r="r" b="b"/>
            <a:pathLst>
              <a:path w="2339" h="49">
                <a:moveTo>
                  <a:pt x="2339" y="25"/>
                </a:moveTo>
                <a:cubicBezTo>
                  <a:pt x="2339" y="31"/>
                  <a:pt x="2336" y="37"/>
                  <a:pt x="2332" y="42"/>
                </a:cubicBezTo>
                <a:cubicBezTo>
                  <a:pt x="2327" y="46"/>
                  <a:pt x="2321" y="49"/>
                  <a:pt x="2314" y="49"/>
                </a:cubicBezTo>
                <a:cubicBezTo>
                  <a:pt x="25" y="49"/>
                  <a:pt x="25" y="49"/>
                  <a:pt x="25" y="49"/>
                </a:cubicBezTo>
                <a:cubicBezTo>
                  <a:pt x="11" y="49"/>
                  <a:pt x="0" y="38"/>
                  <a:pt x="0" y="25"/>
                </a:cubicBezTo>
                <a:cubicBezTo>
                  <a:pt x="0" y="18"/>
                  <a:pt x="3" y="12"/>
                  <a:pt x="7" y="7"/>
                </a:cubicBezTo>
                <a:cubicBezTo>
                  <a:pt x="12" y="3"/>
                  <a:pt x="18" y="0"/>
                  <a:pt x="25" y="0"/>
                </a:cubicBezTo>
                <a:cubicBezTo>
                  <a:pt x="2314" y="0"/>
                  <a:pt x="2314" y="0"/>
                  <a:pt x="2314" y="0"/>
                </a:cubicBezTo>
                <a:cubicBezTo>
                  <a:pt x="2328" y="0"/>
                  <a:pt x="2339" y="11"/>
                  <a:pt x="2339" y="25"/>
                </a:cubicBezTo>
                <a:close/>
              </a:path>
            </a:pathLst>
          </a:custGeom>
          <a:solidFill>
            <a:srgbClr val="373B54">
              <a:alpha val="100000"/>
            </a:srgbClr>
          </a:solidFill>
          <a:ln>
            <a:headEnd type="none"/>
            <a:tailEnd type="none"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5269837"/>
            <a:ext cx="12192000" cy="992137"/>
          </a:xfrm>
          <a:prstGeom prst="rect">
            <a:avLst/>
          </a:prstGeom>
          <a:solidFill>
            <a:srgbClr val="0D3BB8">
              <a:alpha val="100000"/>
            </a:srgbClr>
          </a:solidFill>
          <a:ln>
            <a:prstDash val="solid"/>
            <a:headEnd type="none"/>
            <a:tailEnd type="none"/>
          </a:ln>
        </p:spPr>
      </p:sp>
      <p:grpSp>
        <p:nvGrpSpPr>
          <p:cNvPr id="3" name="Group 3"/>
          <p:cNvGrpSpPr/>
          <p:nvPr/>
        </p:nvGrpSpPr>
        <p:grpSpPr>
          <a:xfrm>
            <a:off x="6756400" y="3400623"/>
            <a:ext cx="5172434" cy="2919738"/>
            <a:chOff x="5221180" y="1253850"/>
            <a:chExt cx="6462713" cy="3648076"/>
          </a:xfrm>
        </p:grpSpPr>
        <p:sp>
          <p:nvSpPr>
            <p:cNvPr id="4" name="AutoShape 4"/>
            <p:cNvSpPr/>
            <p:nvPr/>
          </p:nvSpPr>
          <p:spPr>
            <a:xfrm>
              <a:off x="10393255" y="3871638"/>
              <a:ext cx="1290638" cy="985838"/>
            </a:xfrm>
            <a:custGeom>
              <a:avLst/>
              <a:gdLst/>
              <a:ahLst/>
              <a:cxnLst/>
              <a:rect l="l" t="t" r="r" b="b"/>
              <a:pathLst>
                <a:path w="489" h="374">
                  <a:moveTo>
                    <a:pt x="0" y="373"/>
                  </a:moveTo>
                  <a:cubicBezTo>
                    <a:pt x="125" y="374"/>
                    <a:pt x="125" y="374"/>
                    <a:pt x="125" y="374"/>
                  </a:cubicBezTo>
                  <a:cubicBezTo>
                    <a:pt x="408" y="331"/>
                    <a:pt x="489" y="88"/>
                    <a:pt x="489" y="88"/>
                  </a:cubicBezTo>
                  <a:cubicBezTo>
                    <a:pt x="192" y="0"/>
                    <a:pt x="7" y="372"/>
                    <a:pt x="0" y="373"/>
                  </a:cubicBezTo>
                  <a:close/>
                </a:path>
              </a:pathLst>
            </a:custGeom>
            <a:solidFill>
              <a:srgbClr val="469E9D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10667892" y="4325663"/>
              <a:ext cx="635000" cy="476250"/>
            </a:xfrm>
            <a:custGeom>
              <a:avLst/>
              <a:gdLst/>
              <a:ahLst/>
              <a:cxnLst/>
              <a:rect l="l" t="t" r="r" b="b"/>
              <a:pathLst>
                <a:path w="241" h="181">
                  <a:moveTo>
                    <a:pt x="241" y="0"/>
                  </a:moveTo>
                  <a:cubicBezTo>
                    <a:pt x="237" y="0"/>
                    <a:pt x="129" y="51"/>
                    <a:pt x="0" y="181"/>
                  </a:cubicBezTo>
                </a:path>
              </a:pathLst>
            </a:custGeom>
            <a:ln w="317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10012255" y="3057250"/>
              <a:ext cx="1476375" cy="1835150"/>
            </a:xfrm>
            <a:custGeom>
              <a:avLst/>
              <a:gdLst/>
              <a:ahLst/>
              <a:cxnLst/>
              <a:rect l="l" t="t" r="r" b="b"/>
              <a:pathLst>
                <a:path w="559" h="696">
                  <a:moveTo>
                    <a:pt x="549" y="232"/>
                  </a:moveTo>
                  <a:cubicBezTo>
                    <a:pt x="489" y="513"/>
                    <a:pt x="99" y="691"/>
                    <a:pt x="98" y="696"/>
                  </a:cubicBezTo>
                  <a:cubicBezTo>
                    <a:pt x="0" y="666"/>
                    <a:pt x="0" y="666"/>
                    <a:pt x="0" y="666"/>
                  </a:cubicBezTo>
                  <a:cubicBezTo>
                    <a:pt x="64" y="181"/>
                    <a:pt x="538" y="0"/>
                    <a:pt x="538" y="0"/>
                  </a:cubicBezTo>
                  <a:cubicBezTo>
                    <a:pt x="553" y="56"/>
                    <a:pt x="559" y="108"/>
                    <a:pt x="557" y="157"/>
                  </a:cubicBezTo>
                  <a:cubicBezTo>
                    <a:pt x="435" y="205"/>
                    <a:pt x="503" y="261"/>
                    <a:pt x="549" y="232"/>
                  </a:cubicBezTo>
                  <a:close/>
                </a:path>
              </a:pathLst>
            </a:custGeom>
            <a:solidFill>
              <a:srgbClr val="55C0B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>
              <a:off x="10182117" y="3308075"/>
              <a:ext cx="1120775" cy="1546225"/>
            </a:xfrm>
            <a:custGeom>
              <a:avLst/>
              <a:gdLst/>
              <a:ahLst/>
              <a:cxnLst/>
              <a:rect l="l" t="t" r="r" b="b"/>
              <a:pathLst>
                <a:path w="425" h="587">
                  <a:moveTo>
                    <a:pt x="425" y="0"/>
                  </a:moveTo>
                  <a:cubicBezTo>
                    <a:pt x="425" y="0"/>
                    <a:pt x="134" y="368"/>
                    <a:pt x="0" y="587"/>
                  </a:cubicBezTo>
                </a:path>
              </a:pathLst>
            </a:custGeom>
            <a:ln w="317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8" name="AutoShape 8"/>
            <p:cNvSpPr/>
            <p:nvPr/>
          </p:nvSpPr>
          <p:spPr>
            <a:xfrm>
              <a:off x="9839217" y="1334813"/>
              <a:ext cx="681038" cy="681038"/>
            </a:xfrm>
            <a:prstGeom prst="ellipse">
              <a:avLst/>
            </a:pr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9" name="AutoShape 9"/>
            <p:cNvSpPr/>
            <p:nvPr/>
          </p:nvSpPr>
          <p:spPr>
            <a:xfrm>
              <a:off x="10010667" y="1506263"/>
              <a:ext cx="338138" cy="33496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0" name="AutoShape 10"/>
            <p:cNvSpPr/>
            <p:nvPr/>
          </p:nvSpPr>
          <p:spPr>
            <a:xfrm>
              <a:off x="10082105" y="1253850"/>
              <a:ext cx="196850" cy="133350"/>
            </a:xfrm>
            <a:custGeom>
              <a:avLst/>
              <a:gdLst/>
              <a:ahLst/>
              <a:cxnLst/>
              <a:rect l="l" t="t" r="r" b="b"/>
              <a:pathLst>
                <a:path w="75" h="51">
                  <a:moveTo>
                    <a:pt x="75" y="51"/>
                  </a:moveTo>
                  <a:cubicBezTo>
                    <a:pt x="63" y="5"/>
                    <a:pt x="63" y="5"/>
                    <a:pt x="63" y="5"/>
                  </a:cubicBezTo>
                  <a:cubicBezTo>
                    <a:pt x="62" y="2"/>
                    <a:pt x="59" y="0"/>
                    <a:pt x="56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2" y="2"/>
                    <a:pt x="11" y="5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37" y="49"/>
                    <a:pt x="37" y="49"/>
                    <a:pt x="37" y="49"/>
                  </a:cubicBezTo>
                  <a:lnTo>
                    <a:pt x="75" y="51"/>
                  </a:ln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1" name="AutoShape 11"/>
            <p:cNvSpPr/>
            <p:nvPr/>
          </p:nvSpPr>
          <p:spPr>
            <a:xfrm>
              <a:off x="9839217" y="1334813"/>
              <a:ext cx="207963" cy="207963"/>
            </a:xfrm>
            <a:custGeom>
              <a:avLst/>
              <a:gdLst/>
              <a:ahLst/>
              <a:cxnLst/>
              <a:rect l="l" t="t" r="r" b="b"/>
              <a:pathLst>
                <a:path w="79" h="79">
                  <a:moveTo>
                    <a:pt x="79" y="26"/>
                  </a:moveTo>
                  <a:cubicBezTo>
                    <a:pt x="38" y="2"/>
                    <a:pt x="38" y="2"/>
                    <a:pt x="38" y="2"/>
                  </a:cubicBezTo>
                  <a:cubicBezTo>
                    <a:pt x="35" y="0"/>
                    <a:pt x="31" y="0"/>
                    <a:pt x="29" y="3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0" y="31"/>
                    <a:pt x="0" y="35"/>
                    <a:pt x="1" y="38"/>
                  </a:cubicBezTo>
                  <a:cubicBezTo>
                    <a:pt x="26" y="79"/>
                    <a:pt x="26" y="79"/>
                    <a:pt x="26" y="79"/>
                  </a:cubicBezTo>
                  <a:cubicBezTo>
                    <a:pt x="51" y="51"/>
                    <a:pt x="51" y="51"/>
                    <a:pt x="51" y="51"/>
                  </a:cubicBezTo>
                  <a:lnTo>
                    <a:pt x="79" y="26"/>
                  </a:ln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2" name="AutoShape 12"/>
            <p:cNvSpPr/>
            <p:nvPr/>
          </p:nvSpPr>
          <p:spPr>
            <a:xfrm>
              <a:off x="9756667" y="1577700"/>
              <a:ext cx="134938" cy="198438"/>
            </a:xfrm>
            <a:custGeom>
              <a:avLst/>
              <a:gdLst/>
              <a:ahLst/>
              <a:cxnLst/>
              <a:rect l="l" t="t" r="r" b="b"/>
              <a:pathLst>
                <a:path w="51" h="75">
                  <a:moveTo>
                    <a:pt x="51" y="0"/>
                  </a:moveTo>
                  <a:cubicBezTo>
                    <a:pt x="6" y="11"/>
                    <a:pt x="6" y="11"/>
                    <a:pt x="6" y="11"/>
                  </a:cubicBezTo>
                  <a:cubicBezTo>
                    <a:pt x="2" y="12"/>
                    <a:pt x="0" y="15"/>
                    <a:pt x="0" y="19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0"/>
                    <a:pt x="2" y="63"/>
                    <a:pt x="6" y="63"/>
                  </a:cubicBezTo>
                  <a:cubicBezTo>
                    <a:pt x="51" y="75"/>
                    <a:pt x="51" y="75"/>
                    <a:pt x="51" y="75"/>
                  </a:cubicBezTo>
                  <a:cubicBezTo>
                    <a:pt x="50" y="37"/>
                    <a:pt x="50" y="37"/>
                    <a:pt x="50" y="37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3" name="AutoShape 13"/>
            <p:cNvSpPr/>
            <p:nvPr/>
          </p:nvSpPr>
          <p:spPr>
            <a:xfrm>
              <a:off x="9839217" y="1809475"/>
              <a:ext cx="207963" cy="207963"/>
            </a:xfrm>
            <a:custGeom>
              <a:avLst/>
              <a:gdLst/>
              <a:ahLst/>
              <a:cxnLst/>
              <a:rect l="l" t="t" r="r" b="b"/>
              <a:pathLst>
                <a:path w="79" h="79">
                  <a:moveTo>
                    <a:pt x="26" y="0"/>
                  </a:moveTo>
                  <a:cubicBezTo>
                    <a:pt x="2" y="40"/>
                    <a:pt x="2" y="40"/>
                    <a:pt x="2" y="40"/>
                  </a:cubicBezTo>
                  <a:cubicBezTo>
                    <a:pt x="0" y="43"/>
                    <a:pt x="0" y="47"/>
                    <a:pt x="3" y="50"/>
                  </a:cubicBezTo>
                  <a:cubicBezTo>
                    <a:pt x="14" y="61"/>
                    <a:pt x="14" y="61"/>
                    <a:pt x="14" y="61"/>
                  </a:cubicBezTo>
                  <a:cubicBezTo>
                    <a:pt x="17" y="65"/>
                    <a:pt x="17" y="65"/>
                    <a:pt x="17" y="65"/>
                  </a:cubicBezTo>
                  <a:cubicBezTo>
                    <a:pt x="29" y="76"/>
                    <a:pt x="29" y="76"/>
                    <a:pt x="29" y="76"/>
                  </a:cubicBezTo>
                  <a:cubicBezTo>
                    <a:pt x="32" y="79"/>
                    <a:pt x="35" y="79"/>
                    <a:pt x="38" y="77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51" y="28"/>
                    <a:pt x="51" y="28"/>
                    <a:pt x="51" y="28"/>
                  </a:cubicBezTo>
                  <a:lnTo>
                    <a:pt x="26" y="0"/>
                  </a:ln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4" name="AutoShape 14"/>
            <p:cNvSpPr/>
            <p:nvPr/>
          </p:nvSpPr>
          <p:spPr>
            <a:xfrm>
              <a:off x="10082105" y="1961875"/>
              <a:ext cx="196850" cy="138113"/>
            </a:xfrm>
            <a:custGeom>
              <a:avLst/>
              <a:gdLst/>
              <a:ahLst/>
              <a:cxnLst/>
              <a:rect l="l" t="t" r="r" b="b"/>
              <a:pathLst>
                <a:path w="75" h="52">
                  <a:moveTo>
                    <a:pt x="0" y="0"/>
                  </a:moveTo>
                  <a:cubicBezTo>
                    <a:pt x="12" y="46"/>
                    <a:pt x="12" y="46"/>
                    <a:pt x="12" y="46"/>
                  </a:cubicBezTo>
                  <a:cubicBezTo>
                    <a:pt x="12" y="50"/>
                    <a:pt x="15" y="52"/>
                    <a:pt x="19" y="52"/>
                  </a:cubicBezTo>
                  <a:cubicBezTo>
                    <a:pt x="35" y="52"/>
                    <a:pt x="35" y="52"/>
                    <a:pt x="35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56" y="52"/>
                    <a:pt x="56" y="52"/>
                    <a:pt x="56" y="52"/>
                  </a:cubicBezTo>
                  <a:cubicBezTo>
                    <a:pt x="60" y="52"/>
                    <a:pt x="63" y="50"/>
                    <a:pt x="64" y="46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38" y="2"/>
                    <a:pt x="38" y="2"/>
                    <a:pt x="38" y="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5" name="AutoShape 15"/>
            <p:cNvSpPr/>
            <p:nvPr/>
          </p:nvSpPr>
          <p:spPr>
            <a:xfrm>
              <a:off x="10313880" y="1809475"/>
              <a:ext cx="207963" cy="207963"/>
            </a:xfrm>
            <a:custGeom>
              <a:avLst/>
              <a:gdLst/>
              <a:ahLst/>
              <a:cxnLst/>
              <a:rect l="l" t="t" r="r" b="b"/>
              <a:pathLst>
                <a:path w="79" h="79">
                  <a:moveTo>
                    <a:pt x="0" y="53"/>
                  </a:moveTo>
                  <a:cubicBezTo>
                    <a:pt x="41" y="77"/>
                    <a:pt x="41" y="77"/>
                    <a:pt x="41" y="77"/>
                  </a:cubicBezTo>
                  <a:cubicBezTo>
                    <a:pt x="44" y="79"/>
                    <a:pt x="47" y="78"/>
                    <a:pt x="50" y="76"/>
                  </a:cubicBezTo>
                  <a:cubicBezTo>
                    <a:pt x="62" y="64"/>
                    <a:pt x="62" y="64"/>
                    <a:pt x="62" y="64"/>
                  </a:cubicBezTo>
                  <a:cubicBezTo>
                    <a:pt x="65" y="61"/>
                    <a:pt x="65" y="61"/>
                    <a:pt x="65" y="61"/>
                  </a:cubicBezTo>
                  <a:cubicBezTo>
                    <a:pt x="76" y="50"/>
                    <a:pt x="76" y="50"/>
                    <a:pt x="76" y="50"/>
                  </a:cubicBezTo>
                  <a:cubicBezTo>
                    <a:pt x="79" y="47"/>
                    <a:pt x="79" y="43"/>
                    <a:pt x="77" y="4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28" y="28"/>
                    <a:pt x="28" y="28"/>
                    <a:pt x="28" y="28"/>
                  </a:cubicBezTo>
                  <a:lnTo>
                    <a:pt x="0" y="53"/>
                  </a:ln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6" name="AutoShape 16"/>
            <p:cNvSpPr/>
            <p:nvPr/>
          </p:nvSpPr>
          <p:spPr>
            <a:xfrm>
              <a:off x="10466280" y="1577700"/>
              <a:ext cx="138113" cy="195263"/>
            </a:xfrm>
            <a:custGeom>
              <a:avLst/>
              <a:gdLst/>
              <a:ahLst/>
              <a:cxnLst/>
              <a:rect l="l" t="t" r="r" b="b"/>
              <a:pathLst>
                <a:path w="52" h="74">
                  <a:moveTo>
                    <a:pt x="0" y="74"/>
                  </a:moveTo>
                  <a:cubicBezTo>
                    <a:pt x="46" y="63"/>
                    <a:pt x="46" y="63"/>
                    <a:pt x="46" y="63"/>
                  </a:cubicBezTo>
                  <a:cubicBezTo>
                    <a:pt x="50" y="62"/>
                    <a:pt x="52" y="59"/>
                    <a:pt x="52" y="56"/>
                  </a:cubicBezTo>
                  <a:cubicBezTo>
                    <a:pt x="52" y="39"/>
                    <a:pt x="52" y="39"/>
                    <a:pt x="52" y="39"/>
                  </a:cubicBezTo>
                  <a:cubicBezTo>
                    <a:pt x="52" y="35"/>
                    <a:pt x="52" y="35"/>
                    <a:pt x="52" y="35"/>
                  </a:cubicBezTo>
                  <a:cubicBezTo>
                    <a:pt x="52" y="19"/>
                    <a:pt x="52" y="19"/>
                    <a:pt x="52" y="19"/>
                  </a:cubicBezTo>
                  <a:cubicBezTo>
                    <a:pt x="52" y="15"/>
                    <a:pt x="50" y="12"/>
                    <a:pt x="46" y="1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37"/>
                    <a:pt x="2" y="37"/>
                    <a:pt x="2" y="37"/>
                  </a:cubicBezTo>
                  <a:lnTo>
                    <a:pt x="0" y="74"/>
                  </a:ln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7" name="AutoShape 17"/>
            <p:cNvSpPr/>
            <p:nvPr/>
          </p:nvSpPr>
          <p:spPr>
            <a:xfrm>
              <a:off x="10313880" y="1331638"/>
              <a:ext cx="207963" cy="209550"/>
            </a:xfrm>
            <a:custGeom>
              <a:avLst/>
              <a:gdLst/>
              <a:ahLst/>
              <a:cxnLst/>
              <a:rect l="l" t="t" r="r" b="b"/>
              <a:pathLst>
                <a:path w="79" h="79">
                  <a:moveTo>
                    <a:pt x="53" y="79"/>
                  </a:moveTo>
                  <a:cubicBezTo>
                    <a:pt x="77" y="39"/>
                    <a:pt x="77" y="39"/>
                    <a:pt x="77" y="39"/>
                  </a:cubicBezTo>
                  <a:cubicBezTo>
                    <a:pt x="79" y="36"/>
                    <a:pt x="79" y="32"/>
                    <a:pt x="76" y="30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1" y="15"/>
                    <a:pt x="61" y="15"/>
                    <a:pt x="61" y="15"/>
                  </a:cubicBezTo>
                  <a:cubicBezTo>
                    <a:pt x="50" y="3"/>
                    <a:pt x="50" y="3"/>
                    <a:pt x="50" y="3"/>
                  </a:cubicBezTo>
                  <a:cubicBezTo>
                    <a:pt x="47" y="1"/>
                    <a:pt x="43" y="0"/>
                    <a:pt x="40" y="2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28" y="52"/>
                    <a:pt x="28" y="52"/>
                    <a:pt x="28" y="52"/>
                  </a:cubicBezTo>
                  <a:lnTo>
                    <a:pt x="53" y="79"/>
                  </a:ln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8" name="AutoShape 18"/>
            <p:cNvSpPr/>
            <p:nvPr/>
          </p:nvSpPr>
          <p:spPr>
            <a:xfrm>
              <a:off x="6218130" y="1961875"/>
              <a:ext cx="1104900" cy="1103313"/>
            </a:xfrm>
            <a:custGeom>
              <a:avLst/>
              <a:gdLst/>
              <a:ahLst/>
              <a:cxnLst/>
              <a:rect l="l" t="t" r="r" b="b"/>
              <a:pathLst>
                <a:path w="696" h="695">
                  <a:moveTo>
                    <a:pt x="696" y="520"/>
                  </a:moveTo>
                  <a:lnTo>
                    <a:pt x="176" y="695"/>
                  </a:lnTo>
                  <a:lnTo>
                    <a:pt x="0" y="175"/>
                  </a:lnTo>
                  <a:lnTo>
                    <a:pt x="520" y="0"/>
                  </a:lnTo>
                  <a:lnTo>
                    <a:pt x="696" y="520"/>
                  </a:ln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9" name="AutoShape 19"/>
            <p:cNvSpPr/>
            <p:nvPr/>
          </p:nvSpPr>
          <p:spPr>
            <a:xfrm>
              <a:off x="6370530" y="2115863"/>
              <a:ext cx="800100" cy="795338"/>
            </a:xfrm>
            <a:custGeom>
              <a:avLst/>
              <a:gdLst/>
              <a:ahLst/>
              <a:cxnLst/>
              <a:rect l="l" t="t" r="r" b="b"/>
              <a:pathLst>
                <a:path w="503" h="501">
                  <a:moveTo>
                    <a:pt x="376" y="0"/>
                  </a:moveTo>
                  <a:lnTo>
                    <a:pt x="504" y="375"/>
                  </a:lnTo>
                  <a:lnTo>
                    <a:pt x="128" y="501"/>
                  </a:lnTo>
                  <a:lnTo>
                    <a:pt x="0" y="126"/>
                  </a:lnTo>
                  <a:lnTo>
                    <a:pt x="376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0" name="AutoShape 20"/>
            <p:cNvSpPr/>
            <p:nvPr/>
          </p:nvSpPr>
          <p:spPr>
            <a:xfrm>
              <a:off x="6537217" y="2427013"/>
              <a:ext cx="633413" cy="484188"/>
            </a:xfrm>
            <a:custGeom>
              <a:avLst/>
              <a:gdLst/>
              <a:ahLst/>
              <a:cxnLst/>
              <a:rect l="l" t="t" r="r" b="b"/>
              <a:pathLst>
                <a:path w="240" h="184">
                  <a:moveTo>
                    <a:pt x="222" y="55"/>
                  </a:moveTo>
                  <a:cubicBezTo>
                    <a:pt x="240" y="108"/>
                    <a:pt x="240" y="108"/>
                    <a:pt x="240" y="108"/>
                  </a:cubicBezTo>
                  <a:cubicBezTo>
                    <a:pt x="14" y="184"/>
                    <a:pt x="14" y="184"/>
                    <a:pt x="14" y="184"/>
                  </a:cubicBezTo>
                  <a:cubicBezTo>
                    <a:pt x="0" y="144"/>
                    <a:pt x="0" y="144"/>
                    <a:pt x="0" y="144"/>
                  </a:cubicBezTo>
                  <a:cubicBezTo>
                    <a:pt x="50" y="122"/>
                    <a:pt x="23" y="85"/>
                    <a:pt x="64" y="85"/>
                  </a:cubicBezTo>
                  <a:cubicBezTo>
                    <a:pt x="139" y="85"/>
                    <a:pt x="101" y="51"/>
                    <a:pt x="123" y="26"/>
                  </a:cubicBezTo>
                  <a:cubicBezTo>
                    <a:pt x="145" y="0"/>
                    <a:pt x="198" y="19"/>
                    <a:pt x="222" y="55"/>
                  </a:cubicBezTo>
                  <a:close/>
                </a:path>
              </a:pathLst>
            </a:custGeom>
            <a:solidFill>
              <a:srgbClr val="55C0B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1" name="AutoShape 21"/>
            <p:cNvSpPr/>
            <p:nvPr/>
          </p:nvSpPr>
          <p:spPr>
            <a:xfrm>
              <a:off x="6486417" y="2339700"/>
              <a:ext cx="182563" cy="184150"/>
            </a:xfrm>
            <a:custGeom>
              <a:avLst/>
              <a:gdLst/>
              <a:ahLst/>
              <a:cxnLst/>
              <a:rect l="l" t="t" r="r" b="b"/>
              <a:pathLst>
                <a:path w="69" h="70">
                  <a:moveTo>
                    <a:pt x="45" y="64"/>
                  </a:moveTo>
                  <a:cubicBezTo>
                    <a:pt x="61" y="59"/>
                    <a:pt x="69" y="41"/>
                    <a:pt x="64" y="25"/>
                  </a:cubicBezTo>
                  <a:cubicBezTo>
                    <a:pt x="58" y="9"/>
                    <a:pt x="41" y="0"/>
                    <a:pt x="25" y="6"/>
                  </a:cubicBezTo>
                  <a:cubicBezTo>
                    <a:pt x="9" y="11"/>
                    <a:pt x="0" y="29"/>
                    <a:pt x="5" y="45"/>
                  </a:cubicBezTo>
                  <a:cubicBezTo>
                    <a:pt x="11" y="61"/>
                    <a:pt x="28" y="70"/>
                    <a:pt x="45" y="64"/>
                  </a:cubicBezTo>
                  <a:close/>
                </a:path>
              </a:pathLst>
            </a:custGeom>
            <a:solidFill>
              <a:srgbClr val="F3C700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2" name="AutoShape 22"/>
            <p:cNvSpPr/>
            <p:nvPr/>
          </p:nvSpPr>
          <p:spPr>
            <a:xfrm>
              <a:off x="5429142" y="3463650"/>
              <a:ext cx="1223963" cy="1222375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3" name="AutoShape 23"/>
            <p:cNvSpPr/>
            <p:nvPr/>
          </p:nvSpPr>
          <p:spPr>
            <a:xfrm>
              <a:off x="5737117" y="3773213"/>
              <a:ext cx="608013" cy="604838"/>
            </a:xfrm>
            <a:prstGeom prst="ellipse">
              <a:avLst/>
            </a:prstGeom>
            <a:solidFill>
              <a:srgbClr val="EBEE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4" name="AutoShape 24"/>
            <p:cNvSpPr/>
            <p:nvPr/>
          </p:nvSpPr>
          <p:spPr>
            <a:xfrm>
              <a:off x="5864117" y="3317600"/>
              <a:ext cx="354013" cy="246063"/>
            </a:xfrm>
            <a:custGeom>
              <a:avLst/>
              <a:gdLst/>
              <a:ahLst/>
              <a:cxnLst/>
              <a:rect l="l" t="t" r="r" b="b"/>
              <a:pathLst>
                <a:path w="134" h="93">
                  <a:moveTo>
                    <a:pt x="134" y="93"/>
                  </a:moveTo>
                  <a:cubicBezTo>
                    <a:pt x="114" y="10"/>
                    <a:pt x="114" y="10"/>
                    <a:pt x="114" y="10"/>
                  </a:cubicBezTo>
                  <a:cubicBezTo>
                    <a:pt x="113" y="4"/>
                    <a:pt x="107" y="0"/>
                    <a:pt x="101" y="0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8" y="0"/>
                    <a:pt x="22" y="4"/>
                    <a:pt x="21" y="10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67" y="89"/>
                    <a:pt x="67" y="89"/>
                    <a:pt x="67" y="89"/>
                  </a:cubicBezTo>
                  <a:lnTo>
                    <a:pt x="134" y="9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5" name="AutoShape 25"/>
            <p:cNvSpPr/>
            <p:nvPr/>
          </p:nvSpPr>
          <p:spPr>
            <a:xfrm>
              <a:off x="5425967" y="3465238"/>
              <a:ext cx="374650" cy="374650"/>
            </a:xfrm>
            <a:custGeom>
              <a:avLst/>
              <a:gdLst/>
              <a:ahLst/>
              <a:cxnLst/>
              <a:rect l="l" t="t" r="r" b="b"/>
              <a:pathLst>
                <a:path w="142" h="142">
                  <a:moveTo>
                    <a:pt x="142" y="47"/>
                  </a:moveTo>
                  <a:cubicBezTo>
                    <a:pt x="70" y="3"/>
                    <a:pt x="70" y="3"/>
                    <a:pt x="70" y="3"/>
                  </a:cubicBezTo>
                  <a:cubicBezTo>
                    <a:pt x="64" y="0"/>
                    <a:pt x="57" y="0"/>
                    <a:pt x="53" y="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26" y="31"/>
                    <a:pt x="26" y="31"/>
                    <a:pt x="26" y="31"/>
                  </a:cubicBezTo>
                  <a:cubicBezTo>
                    <a:pt x="5" y="52"/>
                    <a:pt x="5" y="52"/>
                    <a:pt x="5" y="52"/>
                  </a:cubicBezTo>
                  <a:cubicBezTo>
                    <a:pt x="1" y="57"/>
                    <a:pt x="0" y="64"/>
                    <a:pt x="3" y="69"/>
                  </a:cubicBezTo>
                  <a:cubicBezTo>
                    <a:pt x="47" y="142"/>
                    <a:pt x="47" y="142"/>
                    <a:pt x="47" y="142"/>
                  </a:cubicBezTo>
                  <a:cubicBezTo>
                    <a:pt x="92" y="92"/>
                    <a:pt x="92" y="92"/>
                    <a:pt x="92" y="92"/>
                  </a:cubicBezTo>
                  <a:lnTo>
                    <a:pt x="142" y="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6" name="AutoShape 26"/>
            <p:cNvSpPr/>
            <p:nvPr/>
          </p:nvSpPr>
          <p:spPr>
            <a:xfrm>
              <a:off x="5281505" y="3903388"/>
              <a:ext cx="244475" cy="352425"/>
            </a:xfrm>
            <a:custGeom>
              <a:avLst/>
              <a:gdLst/>
              <a:ahLst/>
              <a:cxnLst/>
              <a:rect l="l" t="t" r="r" b="b"/>
              <a:pathLst>
                <a:path w="93" h="134">
                  <a:moveTo>
                    <a:pt x="93" y="0"/>
                  </a:moveTo>
                  <a:cubicBezTo>
                    <a:pt x="10" y="20"/>
                    <a:pt x="10" y="20"/>
                    <a:pt x="10" y="20"/>
                  </a:cubicBezTo>
                  <a:cubicBezTo>
                    <a:pt x="4" y="22"/>
                    <a:pt x="0" y="27"/>
                    <a:pt x="0" y="34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7"/>
                    <a:pt x="4" y="112"/>
                    <a:pt x="10" y="114"/>
                  </a:cubicBezTo>
                  <a:cubicBezTo>
                    <a:pt x="93" y="134"/>
                    <a:pt x="93" y="134"/>
                    <a:pt x="93" y="134"/>
                  </a:cubicBezTo>
                  <a:cubicBezTo>
                    <a:pt x="89" y="67"/>
                    <a:pt x="89" y="67"/>
                    <a:pt x="89" y="67"/>
                  </a:cubicBezTo>
                  <a:lnTo>
                    <a:pt x="93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7" name="AutoShape 27"/>
            <p:cNvSpPr/>
            <p:nvPr/>
          </p:nvSpPr>
          <p:spPr>
            <a:xfrm>
              <a:off x="5429142" y="4319313"/>
              <a:ext cx="374650" cy="374650"/>
            </a:xfrm>
            <a:custGeom>
              <a:avLst/>
              <a:gdLst/>
              <a:ahLst/>
              <a:cxnLst/>
              <a:rect l="l" t="t" r="r" b="b"/>
              <a:pathLst>
                <a:path w="142" h="142">
                  <a:moveTo>
                    <a:pt x="47" y="0"/>
                  </a:moveTo>
                  <a:cubicBezTo>
                    <a:pt x="3" y="73"/>
                    <a:pt x="3" y="73"/>
                    <a:pt x="3" y="73"/>
                  </a:cubicBezTo>
                  <a:cubicBezTo>
                    <a:pt x="0" y="78"/>
                    <a:pt x="0" y="85"/>
                    <a:pt x="5" y="90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31" y="116"/>
                    <a:pt x="31" y="116"/>
                    <a:pt x="31" y="116"/>
                  </a:cubicBezTo>
                  <a:cubicBezTo>
                    <a:pt x="52" y="137"/>
                    <a:pt x="52" y="137"/>
                    <a:pt x="52" y="137"/>
                  </a:cubicBezTo>
                  <a:cubicBezTo>
                    <a:pt x="57" y="141"/>
                    <a:pt x="64" y="142"/>
                    <a:pt x="69" y="139"/>
                  </a:cubicBezTo>
                  <a:cubicBezTo>
                    <a:pt x="142" y="95"/>
                    <a:pt x="142" y="95"/>
                    <a:pt x="142" y="95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4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8" name="AutoShape 28"/>
            <p:cNvSpPr/>
            <p:nvPr/>
          </p:nvSpPr>
          <p:spPr>
            <a:xfrm>
              <a:off x="5867292" y="4597125"/>
              <a:ext cx="354013" cy="244475"/>
            </a:xfrm>
            <a:custGeom>
              <a:avLst/>
              <a:gdLst/>
              <a:ahLst/>
              <a:cxnLst/>
              <a:rect l="l" t="t" r="r" b="b"/>
              <a:pathLst>
                <a:path w="134" h="93">
                  <a:moveTo>
                    <a:pt x="0" y="0"/>
                  </a:moveTo>
                  <a:cubicBezTo>
                    <a:pt x="20" y="82"/>
                    <a:pt x="20" y="82"/>
                    <a:pt x="20" y="82"/>
                  </a:cubicBezTo>
                  <a:cubicBezTo>
                    <a:pt x="22" y="88"/>
                    <a:pt x="27" y="93"/>
                    <a:pt x="33" y="93"/>
                  </a:cubicBezTo>
                  <a:cubicBezTo>
                    <a:pt x="63" y="93"/>
                    <a:pt x="63" y="93"/>
                    <a:pt x="63" y="93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100" y="93"/>
                    <a:pt x="100" y="93"/>
                    <a:pt x="100" y="93"/>
                  </a:cubicBezTo>
                  <a:cubicBezTo>
                    <a:pt x="107" y="93"/>
                    <a:pt x="112" y="88"/>
                    <a:pt x="114" y="82"/>
                  </a:cubicBezTo>
                  <a:cubicBezTo>
                    <a:pt x="134" y="0"/>
                    <a:pt x="134" y="0"/>
                    <a:pt x="134" y="0"/>
                  </a:cubicBezTo>
                  <a:cubicBezTo>
                    <a:pt x="67" y="3"/>
                    <a:pt x="67" y="3"/>
                    <a:pt x="67" y="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9" name="AutoShape 29"/>
            <p:cNvSpPr/>
            <p:nvPr/>
          </p:nvSpPr>
          <p:spPr>
            <a:xfrm>
              <a:off x="6283217" y="4319313"/>
              <a:ext cx="376238" cy="374650"/>
            </a:xfrm>
            <a:custGeom>
              <a:avLst/>
              <a:gdLst/>
              <a:ahLst/>
              <a:cxnLst/>
              <a:rect l="l" t="t" r="r" b="b"/>
              <a:pathLst>
                <a:path w="142" h="142">
                  <a:moveTo>
                    <a:pt x="0" y="94"/>
                  </a:moveTo>
                  <a:cubicBezTo>
                    <a:pt x="73" y="138"/>
                    <a:pt x="73" y="138"/>
                    <a:pt x="73" y="138"/>
                  </a:cubicBezTo>
                  <a:cubicBezTo>
                    <a:pt x="78" y="142"/>
                    <a:pt x="85" y="141"/>
                    <a:pt x="89" y="136"/>
                  </a:cubicBezTo>
                  <a:cubicBezTo>
                    <a:pt x="110" y="116"/>
                    <a:pt x="110" y="116"/>
                    <a:pt x="110" y="116"/>
                  </a:cubicBezTo>
                  <a:cubicBezTo>
                    <a:pt x="116" y="110"/>
                    <a:pt x="116" y="110"/>
                    <a:pt x="116" y="110"/>
                  </a:cubicBezTo>
                  <a:cubicBezTo>
                    <a:pt x="137" y="89"/>
                    <a:pt x="137" y="89"/>
                    <a:pt x="137" y="89"/>
                  </a:cubicBezTo>
                  <a:cubicBezTo>
                    <a:pt x="141" y="85"/>
                    <a:pt x="142" y="78"/>
                    <a:pt x="139" y="72"/>
                  </a:cubicBezTo>
                  <a:cubicBezTo>
                    <a:pt x="95" y="0"/>
                    <a:pt x="95" y="0"/>
                    <a:pt x="95" y="0"/>
                  </a:cubicBezTo>
                  <a:cubicBezTo>
                    <a:pt x="50" y="49"/>
                    <a:pt x="50" y="49"/>
                    <a:pt x="50" y="49"/>
                  </a:cubicBezTo>
                  <a:lnTo>
                    <a:pt x="0" y="9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0" name="AutoShape 30"/>
            <p:cNvSpPr/>
            <p:nvPr/>
          </p:nvSpPr>
          <p:spPr>
            <a:xfrm>
              <a:off x="6561030" y="3900213"/>
              <a:ext cx="242888" cy="354013"/>
            </a:xfrm>
            <a:custGeom>
              <a:avLst/>
              <a:gdLst/>
              <a:ahLst/>
              <a:cxnLst/>
              <a:rect l="l" t="t" r="r" b="b"/>
              <a:pathLst>
                <a:path w="92" h="134">
                  <a:moveTo>
                    <a:pt x="0" y="134"/>
                  </a:moveTo>
                  <a:cubicBezTo>
                    <a:pt x="82" y="114"/>
                    <a:pt x="82" y="114"/>
                    <a:pt x="82" y="114"/>
                  </a:cubicBezTo>
                  <a:cubicBezTo>
                    <a:pt x="88" y="113"/>
                    <a:pt x="92" y="107"/>
                    <a:pt x="92" y="101"/>
                  </a:cubicBezTo>
                  <a:cubicBezTo>
                    <a:pt x="92" y="71"/>
                    <a:pt x="92" y="71"/>
                    <a:pt x="92" y="71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2" y="28"/>
                    <a:pt x="88" y="22"/>
                    <a:pt x="82" y="2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" y="67"/>
                    <a:pt x="3" y="67"/>
                    <a:pt x="3" y="67"/>
                  </a:cubicBezTo>
                  <a:lnTo>
                    <a:pt x="0" y="1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1" name="AutoShape 31"/>
            <p:cNvSpPr/>
            <p:nvPr/>
          </p:nvSpPr>
          <p:spPr>
            <a:xfrm>
              <a:off x="6283217" y="3463650"/>
              <a:ext cx="376238" cy="373063"/>
            </a:xfrm>
            <a:custGeom>
              <a:avLst/>
              <a:gdLst/>
              <a:ahLst/>
              <a:cxnLst/>
              <a:rect l="l" t="t" r="r" b="b"/>
              <a:pathLst>
                <a:path w="142" h="142">
                  <a:moveTo>
                    <a:pt x="94" y="142"/>
                  </a:moveTo>
                  <a:cubicBezTo>
                    <a:pt x="138" y="70"/>
                    <a:pt x="138" y="70"/>
                    <a:pt x="138" y="70"/>
                  </a:cubicBezTo>
                  <a:cubicBezTo>
                    <a:pt x="142" y="64"/>
                    <a:pt x="141" y="57"/>
                    <a:pt x="136" y="53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0" y="26"/>
                    <a:pt x="110" y="26"/>
                    <a:pt x="110" y="2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5" y="1"/>
                    <a:pt x="78" y="0"/>
                    <a:pt x="72" y="4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49" y="93"/>
                    <a:pt x="49" y="93"/>
                    <a:pt x="49" y="93"/>
                  </a:cubicBezTo>
                  <a:lnTo>
                    <a:pt x="94" y="1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2" name="AutoShape 32"/>
            <p:cNvSpPr/>
            <p:nvPr/>
          </p:nvSpPr>
          <p:spPr>
            <a:xfrm>
              <a:off x="7408755" y="2452413"/>
              <a:ext cx="165100" cy="166688"/>
            </a:xfrm>
            <a:prstGeom prst="ellipse">
              <a:avLst/>
            </a:prstGeom>
            <a:ln w="317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33" name="AutoShape 33"/>
            <p:cNvSpPr/>
            <p:nvPr/>
          </p:nvSpPr>
          <p:spPr>
            <a:xfrm flipH="1">
              <a:off x="5281505" y="3697013"/>
              <a:ext cx="0" cy="119063"/>
            </a:xfrm>
            <a:prstGeom prst="line">
              <a:avLst/>
            </a:prstGeom>
            <a:ln w="317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34" name="AutoShape 34"/>
            <p:cNvSpPr/>
            <p:nvPr/>
          </p:nvSpPr>
          <p:spPr>
            <a:xfrm flipH="1">
              <a:off x="5221180" y="3755750"/>
              <a:ext cx="117475" cy="0"/>
            </a:xfrm>
            <a:prstGeom prst="line">
              <a:avLst/>
            </a:prstGeom>
            <a:ln w="317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35" name="AutoShape 35"/>
            <p:cNvSpPr/>
            <p:nvPr/>
          </p:nvSpPr>
          <p:spPr>
            <a:xfrm flipH="1">
              <a:off x="9521717" y="1901550"/>
              <a:ext cx="0" cy="122238"/>
            </a:xfrm>
            <a:prstGeom prst="line">
              <a:avLst/>
            </a:prstGeom>
            <a:ln w="317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36" name="AutoShape 36"/>
            <p:cNvSpPr/>
            <p:nvPr/>
          </p:nvSpPr>
          <p:spPr>
            <a:xfrm flipH="1">
              <a:off x="9461392" y="1961875"/>
              <a:ext cx="120650" cy="0"/>
            </a:xfrm>
            <a:prstGeom prst="line">
              <a:avLst/>
            </a:prstGeom>
            <a:ln w="317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37" name="AutoShape 37"/>
            <p:cNvSpPr/>
            <p:nvPr/>
          </p:nvSpPr>
          <p:spPr>
            <a:xfrm>
              <a:off x="8199330" y="1318938"/>
              <a:ext cx="892175" cy="287338"/>
            </a:xfrm>
            <a:custGeom>
              <a:avLst/>
              <a:gdLst/>
              <a:ahLst/>
              <a:cxnLst/>
              <a:rect l="l" t="t" r="r" b="b"/>
              <a:pathLst>
                <a:path w="338" h="109">
                  <a:moveTo>
                    <a:pt x="312" y="109"/>
                  </a:moveTo>
                  <a:cubicBezTo>
                    <a:pt x="306" y="109"/>
                    <a:pt x="300" y="107"/>
                    <a:pt x="295" y="102"/>
                  </a:cubicBezTo>
                  <a:cubicBezTo>
                    <a:pt x="260" y="67"/>
                    <a:pt x="214" y="48"/>
                    <a:pt x="165" y="48"/>
                  </a:cubicBezTo>
                  <a:cubicBezTo>
                    <a:pt x="120" y="48"/>
                    <a:pt x="76" y="65"/>
                    <a:pt x="42" y="96"/>
                  </a:cubicBezTo>
                  <a:cubicBezTo>
                    <a:pt x="33" y="105"/>
                    <a:pt x="17" y="104"/>
                    <a:pt x="8" y="94"/>
                  </a:cubicBezTo>
                  <a:cubicBezTo>
                    <a:pt x="0" y="84"/>
                    <a:pt x="0" y="69"/>
                    <a:pt x="10" y="60"/>
                  </a:cubicBezTo>
                  <a:cubicBezTo>
                    <a:pt x="53" y="22"/>
                    <a:pt x="108" y="0"/>
                    <a:pt x="165" y="0"/>
                  </a:cubicBezTo>
                  <a:cubicBezTo>
                    <a:pt x="227" y="0"/>
                    <a:pt x="285" y="24"/>
                    <a:pt x="329" y="68"/>
                  </a:cubicBezTo>
                  <a:cubicBezTo>
                    <a:pt x="338" y="78"/>
                    <a:pt x="338" y="93"/>
                    <a:pt x="329" y="102"/>
                  </a:cubicBezTo>
                  <a:cubicBezTo>
                    <a:pt x="324" y="107"/>
                    <a:pt x="318" y="109"/>
                    <a:pt x="312" y="109"/>
                  </a:cubicBezTo>
                  <a:close/>
                </a:path>
              </a:pathLst>
            </a:custGeom>
            <a:solidFill>
              <a:srgbClr val="EBEE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8" name="AutoShape 38"/>
            <p:cNvSpPr/>
            <p:nvPr/>
          </p:nvSpPr>
          <p:spPr>
            <a:xfrm>
              <a:off x="8350142" y="1561825"/>
              <a:ext cx="569913" cy="222250"/>
            </a:xfrm>
            <a:custGeom>
              <a:avLst/>
              <a:gdLst/>
              <a:ahLst/>
              <a:cxnLst/>
              <a:rect l="l" t="t" r="r" b="b"/>
              <a:pathLst>
                <a:path w="216" h="84">
                  <a:moveTo>
                    <a:pt x="26" y="81"/>
                  </a:moveTo>
                  <a:cubicBezTo>
                    <a:pt x="20" y="81"/>
                    <a:pt x="14" y="79"/>
                    <a:pt x="9" y="74"/>
                  </a:cubicBezTo>
                  <a:cubicBezTo>
                    <a:pt x="0" y="65"/>
                    <a:pt x="0" y="50"/>
                    <a:pt x="9" y="41"/>
                  </a:cubicBezTo>
                  <a:cubicBezTo>
                    <a:pt x="36" y="14"/>
                    <a:pt x="71" y="0"/>
                    <a:pt x="108" y="0"/>
                  </a:cubicBezTo>
                  <a:cubicBezTo>
                    <a:pt x="145" y="0"/>
                    <a:pt x="180" y="14"/>
                    <a:pt x="207" y="40"/>
                  </a:cubicBezTo>
                  <a:cubicBezTo>
                    <a:pt x="216" y="50"/>
                    <a:pt x="216" y="65"/>
                    <a:pt x="207" y="74"/>
                  </a:cubicBezTo>
                  <a:cubicBezTo>
                    <a:pt x="198" y="84"/>
                    <a:pt x="182" y="84"/>
                    <a:pt x="173" y="74"/>
                  </a:cubicBezTo>
                  <a:cubicBezTo>
                    <a:pt x="156" y="57"/>
                    <a:pt x="133" y="48"/>
                    <a:pt x="108" y="48"/>
                  </a:cubicBezTo>
                  <a:cubicBezTo>
                    <a:pt x="84" y="48"/>
                    <a:pt x="61" y="57"/>
                    <a:pt x="43" y="74"/>
                  </a:cubicBezTo>
                  <a:cubicBezTo>
                    <a:pt x="39" y="79"/>
                    <a:pt x="32" y="81"/>
                    <a:pt x="26" y="81"/>
                  </a:cubicBezTo>
                  <a:close/>
                </a:path>
              </a:pathLst>
            </a:custGeom>
            <a:solidFill>
              <a:srgbClr val="EBEE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9" name="AutoShape 39"/>
            <p:cNvSpPr/>
            <p:nvPr/>
          </p:nvSpPr>
          <p:spPr>
            <a:xfrm>
              <a:off x="8542230" y="1812650"/>
              <a:ext cx="188913" cy="187325"/>
            </a:xfrm>
            <a:prstGeom prst="ellipse">
              <a:avLst/>
            </a:prstGeom>
            <a:solidFill>
              <a:srgbClr val="EBEE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0" name="AutoShape 40"/>
            <p:cNvSpPr/>
            <p:nvPr/>
          </p:nvSpPr>
          <p:spPr>
            <a:xfrm>
              <a:off x="7408755" y="1809475"/>
              <a:ext cx="195263" cy="195263"/>
            </a:xfrm>
            <a:prstGeom prst="ellipse">
              <a:avLst/>
            </a:prstGeom>
            <a:solidFill>
              <a:srgbClr val="F3C700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1" name="AutoShape 41"/>
            <p:cNvSpPr/>
            <p:nvPr/>
          </p:nvSpPr>
          <p:spPr>
            <a:xfrm>
              <a:off x="7700855" y="1806300"/>
              <a:ext cx="195263" cy="193675"/>
            </a:xfrm>
            <a:prstGeom prst="ellipse">
              <a:avLst/>
            </a:prstGeom>
            <a:solidFill>
              <a:srgbClr val="55C0B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2" name="AutoShape 42"/>
            <p:cNvSpPr/>
            <p:nvPr/>
          </p:nvSpPr>
          <p:spPr>
            <a:xfrm>
              <a:off x="7994542" y="1809475"/>
              <a:ext cx="195263" cy="195263"/>
            </a:xfrm>
            <a:prstGeom prst="ellipse">
              <a:avLst/>
            </a:prstGeom>
            <a:solidFill>
              <a:srgbClr val="D64D8B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3" name="AutoShape 43"/>
            <p:cNvSpPr/>
            <p:nvPr/>
          </p:nvSpPr>
          <p:spPr>
            <a:xfrm>
              <a:off x="5776805" y="3173138"/>
              <a:ext cx="1114425" cy="1389063"/>
            </a:xfrm>
            <a:custGeom>
              <a:avLst/>
              <a:gdLst/>
              <a:ahLst/>
              <a:cxnLst/>
              <a:rect l="l" t="t" r="r" b="b"/>
              <a:pathLst>
                <a:path w="422" h="527">
                  <a:moveTo>
                    <a:pt x="340" y="489"/>
                  </a:moveTo>
                  <a:cubicBezTo>
                    <a:pt x="238" y="527"/>
                    <a:pt x="238" y="527"/>
                    <a:pt x="238" y="527"/>
                  </a:cubicBezTo>
                  <a:cubicBezTo>
                    <a:pt x="0" y="272"/>
                    <a:pt x="140" y="0"/>
                    <a:pt x="140" y="0"/>
                  </a:cubicBezTo>
                  <a:cubicBezTo>
                    <a:pt x="177" y="18"/>
                    <a:pt x="208" y="38"/>
                    <a:pt x="234" y="61"/>
                  </a:cubicBezTo>
                  <a:cubicBezTo>
                    <a:pt x="204" y="93"/>
                    <a:pt x="217" y="118"/>
                    <a:pt x="236" y="127"/>
                  </a:cubicBezTo>
                  <a:cubicBezTo>
                    <a:pt x="253" y="135"/>
                    <a:pt x="268" y="124"/>
                    <a:pt x="272" y="100"/>
                  </a:cubicBezTo>
                  <a:cubicBezTo>
                    <a:pt x="422" y="280"/>
                    <a:pt x="335" y="484"/>
                    <a:pt x="340" y="489"/>
                  </a:cubicBezTo>
                  <a:close/>
                </a:path>
              </a:pathLst>
            </a:custGeom>
            <a:solidFill>
              <a:srgbClr val="55C0B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4" name="AutoShape 44"/>
            <p:cNvSpPr/>
            <p:nvPr/>
          </p:nvSpPr>
          <p:spPr>
            <a:xfrm>
              <a:off x="6245117" y="3576363"/>
              <a:ext cx="203200" cy="663575"/>
            </a:xfrm>
            <a:custGeom>
              <a:avLst/>
              <a:gdLst/>
              <a:ahLst/>
              <a:cxnLst/>
              <a:rect l="l" t="t" r="r" b="b"/>
              <a:pathLst>
                <a:path w="77" h="251">
                  <a:moveTo>
                    <a:pt x="0" y="0"/>
                  </a:moveTo>
                  <a:cubicBezTo>
                    <a:pt x="0" y="0"/>
                    <a:pt x="1" y="94"/>
                    <a:pt x="77" y="252"/>
                  </a:cubicBezTo>
                </a:path>
              </a:pathLst>
            </a:custGeom>
            <a:ln w="317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5" name="AutoShape 45"/>
            <p:cNvSpPr/>
            <p:nvPr/>
          </p:nvSpPr>
          <p:spPr>
            <a:xfrm>
              <a:off x="5525980" y="3935138"/>
              <a:ext cx="950913" cy="882650"/>
            </a:xfrm>
            <a:custGeom>
              <a:avLst/>
              <a:gdLst/>
              <a:ahLst/>
              <a:cxnLst/>
              <a:rect l="l" t="t" r="r" b="b"/>
              <a:pathLst>
                <a:path w="360" h="335">
                  <a:moveTo>
                    <a:pt x="360" y="318"/>
                  </a:moveTo>
                  <a:cubicBezTo>
                    <a:pt x="277" y="335"/>
                    <a:pt x="277" y="335"/>
                    <a:pt x="277" y="335"/>
                  </a:cubicBezTo>
                  <a:cubicBezTo>
                    <a:pt x="8" y="248"/>
                    <a:pt x="0" y="2"/>
                    <a:pt x="0" y="2"/>
                  </a:cubicBezTo>
                  <a:cubicBezTo>
                    <a:pt x="33" y="0"/>
                    <a:pt x="63" y="2"/>
                    <a:pt x="90" y="8"/>
                  </a:cubicBezTo>
                  <a:cubicBezTo>
                    <a:pt x="81" y="42"/>
                    <a:pt x="100" y="55"/>
                    <a:pt x="117" y="54"/>
                  </a:cubicBezTo>
                  <a:cubicBezTo>
                    <a:pt x="132" y="52"/>
                    <a:pt x="139" y="39"/>
                    <a:pt x="132" y="20"/>
                  </a:cubicBezTo>
                  <a:cubicBezTo>
                    <a:pt x="309" y="88"/>
                    <a:pt x="355" y="316"/>
                    <a:pt x="360" y="318"/>
                  </a:cubicBezTo>
                  <a:close/>
                </a:path>
              </a:pathLst>
            </a:custGeom>
            <a:solidFill>
              <a:srgbClr val="469E9D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6" name="AutoShape 46"/>
            <p:cNvSpPr/>
            <p:nvPr/>
          </p:nvSpPr>
          <p:spPr>
            <a:xfrm>
              <a:off x="5752992" y="4187550"/>
              <a:ext cx="404813" cy="385763"/>
            </a:xfrm>
            <a:custGeom>
              <a:avLst/>
              <a:gdLst/>
              <a:ahLst/>
              <a:cxnLst/>
              <a:rect l="l" t="t" r="r" b="b"/>
              <a:pathLst>
                <a:path w="153" h="146">
                  <a:moveTo>
                    <a:pt x="0" y="0"/>
                  </a:moveTo>
                  <a:cubicBezTo>
                    <a:pt x="0" y="0"/>
                    <a:pt x="38" y="65"/>
                    <a:pt x="153" y="146"/>
                  </a:cubicBezTo>
                </a:path>
              </a:pathLst>
            </a:custGeom>
            <a:ln w="317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7" name="AutoShape 47"/>
            <p:cNvSpPr/>
            <p:nvPr/>
          </p:nvSpPr>
          <p:spPr>
            <a:xfrm>
              <a:off x="8497780" y="3984350"/>
              <a:ext cx="1265238" cy="749300"/>
            </a:xfrm>
            <a:custGeom>
              <a:avLst/>
              <a:gdLst/>
              <a:ahLst/>
              <a:cxnLst/>
              <a:rect l="l" t="t" r="r" b="b"/>
              <a:pathLst>
                <a:path w="797" h="472">
                  <a:moveTo>
                    <a:pt x="710" y="472"/>
                  </a:moveTo>
                  <a:lnTo>
                    <a:pt x="0" y="472"/>
                  </a:lnTo>
                  <a:lnTo>
                    <a:pt x="85" y="0"/>
                  </a:lnTo>
                  <a:lnTo>
                    <a:pt x="797" y="0"/>
                  </a:lnTo>
                  <a:lnTo>
                    <a:pt x="710" y="472"/>
                  </a:lnTo>
                  <a:close/>
                </a:path>
              </a:pathLst>
            </a:custGeom>
            <a:solidFill>
              <a:srgbClr val="373B54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8" name="AutoShape 48"/>
            <p:cNvSpPr/>
            <p:nvPr/>
          </p:nvSpPr>
          <p:spPr>
            <a:xfrm>
              <a:off x="8261242" y="4698725"/>
              <a:ext cx="1524000" cy="90488"/>
            </a:xfrm>
            <a:custGeom>
              <a:avLst/>
              <a:gdLst/>
              <a:ahLst/>
              <a:cxnLst/>
              <a:rect l="l" t="t" r="r" b="b"/>
              <a:pathLst>
                <a:path w="578" h="34">
                  <a:moveTo>
                    <a:pt x="561" y="34"/>
                  </a:moveTo>
                  <a:cubicBezTo>
                    <a:pt x="17" y="34"/>
                    <a:pt x="17" y="34"/>
                    <a:pt x="17" y="34"/>
                  </a:cubicBezTo>
                  <a:cubicBezTo>
                    <a:pt x="8" y="34"/>
                    <a:pt x="0" y="26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1" y="0"/>
                    <a:pt x="578" y="7"/>
                    <a:pt x="578" y="17"/>
                  </a:cubicBezTo>
                  <a:cubicBezTo>
                    <a:pt x="578" y="17"/>
                    <a:pt x="578" y="17"/>
                    <a:pt x="578" y="17"/>
                  </a:cubicBezTo>
                  <a:cubicBezTo>
                    <a:pt x="578" y="26"/>
                    <a:pt x="571" y="34"/>
                    <a:pt x="561" y="34"/>
                  </a:cubicBezTo>
                  <a:close/>
                </a:path>
              </a:pathLst>
            </a:custGeom>
            <a:solidFill>
              <a:srgbClr val="494F70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9" name="AutoShape 49"/>
            <p:cNvSpPr/>
            <p:nvPr/>
          </p:nvSpPr>
          <p:spPr>
            <a:xfrm>
              <a:off x="7480192" y="2212700"/>
              <a:ext cx="3690938" cy="2260600"/>
            </a:xfrm>
            <a:custGeom>
              <a:avLst/>
              <a:gdLst/>
              <a:ahLst/>
              <a:cxnLst/>
              <a:rect l="l" t="t" r="r" b="b"/>
              <a:pathLst>
                <a:path w="1399" h="857">
                  <a:moveTo>
                    <a:pt x="5" y="804"/>
                  </a:moveTo>
                  <a:cubicBezTo>
                    <a:pt x="144" y="37"/>
                    <a:pt x="144" y="37"/>
                    <a:pt x="144" y="37"/>
                  </a:cubicBezTo>
                  <a:cubicBezTo>
                    <a:pt x="148" y="16"/>
                    <a:pt x="167" y="0"/>
                    <a:pt x="188" y="0"/>
                  </a:cubicBezTo>
                  <a:cubicBezTo>
                    <a:pt x="1350" y="0"/>
                    <a:pt x="1350" y="0"/>
                    <a:pt x="1350" y="0"/>
                  </a:cubicBezTo>
                  <a:cubicBezTo>
                    <a:pt x="1378" y="0"/>
                    <a:pt x="1399" y="25"/>
                    <a:pt x="1394" y="53"/>
                  </a:cubicBezTo>
                  <a:cubicBezTo>
                    <a:pt x="1255" y="820"/>
                    <a:pt x="1255" y="820"/>
                    <a:pt x="1255" y="820"/>
                  </a:cubicBezTo>
                  <a:cubicBezTo>
                    <a:pt x="1251" y="841"/>
                    <a:pt x="1232" y="857"/>
                    <a:pt x="1211" y="857"/>
                  </a:cubicBezTo>
                  <a:cubicBezTo>
                    <a:pt x="49" y="857"/>
                    <a:pt x="49" y="857"/>
                    <a:pt x="49" y="857"/>
                  </a:cubicBezTo>
                  <a:cubicBezTo>
                    <a:pt x="21" y="857"/>
                    <a:pt x="0" y="831"/>
                    <a:pt x="5" y="804"/>
                  </a:cubicBezTo>
                  <a:close/>
                </a:path>
              </a:pathLst>
            </a:custGeom>
            <a:solidFill>
              <a:srgbClr val="494F70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0" name="AutoShape 50"/>
            <p:cNvSpPr/>
            <p:nvPr/>
          </p:nvSpPr>
          <p:spPr>
            <a:xfrm>
              <a:off x="7637355" y="2307950"/>
              <a:ext cx="3425825" cy="1771650"/>
            </a:xfrm>
            <a:custGeom>
              <a:avLst/>
              <a:gdLst/>
              <a:ahLst/>
              <a:cxnLst/>
              <a:rect l="l" t="t" r="r" b="b"/>
              <a:pathLst>
                <a:path w="1298" h="672">
                  <a:moveTo>
                    <a:pt x="1161" y="672"/>
                  </a:moveTo>
                  <a:cubicBezTo>
                    <a:pt x="21" y="672"/>
                    <a:pt x="21" y="672"/>
                    <a:pt x="21" y="672"/>
                  </a:cubicBezTo>
                  <a:cubicBezTo>
                    <a:pt x="9" y="672"/>
                    <a:pt x="0" y="661"/>
                    <a:pt x="2" y="649"/>
                  </a:cubicBezTo>
                  <a:cubicBezTo>
                    <a:pt x="118" y="16"/>
                    <a:pt x="118" y="16"/>
                    <a:pt x="118" y="16"/>
                  </a:cubicBezTo>
                  <a:cubicBezTo>
                    <a:pt x="120" y="7"/>
                    <a:pt x="128" y="0"/>
                    <a:pt x="137" y="0"/>
                  </a:cubicBezTo>
                  <a:cubicBezTo>
                    <a:pt x="1277" y="0"/>
                    <a:pt x="1277" y="0"/>
                    <a:pt x="1277" y="0"/>
                  </a:cubicBezTo>
                  <a:cubicBezTo>
                    <a:pt x="1289" y="0"/>
                    <a:pt x="1298" y="11"/>
                    <a:pt x="1296" y="23"/>
                  </a:cubicBezTo>
                  <a:cubicBezTo>
                    <a:pt x="1180" y="656"/>
                    <a:pt x="1180" y="656"/>
                    <a:pt x="1180" y="656"/>
                  </a:cubicBezTo>
                  <a:cubicBezTo>
                    <a:pt x="1178" y="665"/>
                    <a:pt x="1170" y="672"/>
                    <a:pt x="1161" y="672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1" name="AutoShape 51"/>
            <p:cNvSpPr/>
            <p:nvPr/>
          </p:nvSpPr>
          <p:spPr>
            <a:xfrm>
              <a:off x="7824680" y="2466700"/>
              <a:ext cx="3051175" cy="1455738"/>
            </a:xfrm>
            <a:custGeom>
              <a:avLst/>
              <a:gdLst/>
              <a:ahLst/>
              <a:cxnLst/>
              <a:rect l="l" t="t" r="r" b="b"/>
              <a:pathLst>
                <a:path w="1156" h="552">
                  <a:moveTo>
                    <a:pt x="1154" y="16"/>
                  </a:moveTo>
                  <a:cubicBezTo>
                    <a:pt x="1143" y="79"/>
                    <a:pt x="1143" y="79"/>
                    <a:pt x="1143" y="79"/>
                  </a:cubicBezTo>
                  <a:cubicBezTo>
                    <a:pt x="1058" y="541"/>
                    <a:pt x="1058" y="541"/>
                    <a:pt x="1058" y="541"/>
                  </a:cubicBezTo>
                  <a:cubicBezTo>
                    <a:pt x="1057" y="547"/>
                    <a:pt x="1051" y="552"/>
                    <a:pt x="1045" y="552"/>
                  </a:cubicBezTo>
                  <a:cubicBezTo>
                    <a:pt x="15" y="552"/>
                    <a:pt x="15" y="552"/>
                    <a:pt x="15" y="552"/>
                  </a:cubicBezTo>
                  <a:cubicBezTo>
                    <a:pt x="7" y="552"/>
                    <a:pt x="0" y="544"/>
                    <a:pt x="2" y="536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98" y="11"/>
                    <a:pt x="98" y="11"/>
                    <a:pt x="98" y="11"/>
                  </a:cubicBezTo>
                  <a:cubicBezTo>
                    <a:pt x="99" y="5"/>
                    <a:pt x="105" y="0"/>
                    <a:pt x="111" y="0"/>
                  </a:cubicBezTo>
                  <a:cubicBezTo>
                    <a:pt x="1141" y="0"/>
                    <a:pt x="1141" y="0"/>
                    <a:pt x="1141" y="0"/>
                  </a:cubicBezTo>
                  <a:cubicBezTo>
                    <a:pt x="1149" y="0"/>
                    <a:pt x="1156" y="8"/>
                    <a:pt x="1154" y="16"/>
                  </a:cubicBezTo>
                  <a:close/>
                </a:path>
              </a:pathLst>
            </a:custGeom>
            <a:solidFill>
              <a:srgbClr val="EBEE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2" name="AutoShape 52"/>
            <p:cNvSpPr/>
            <p:nvPr/>
          </p:nvSpPr>
          <p:spPr>
            <a:xfrm>
              <a:off x="8050105" y="2466700"/>
              <a:ext cx="2825750" cy="207963"/>
            </a:xfrm>
            <a:custGeom>
              <a:avLst/>
              <a:gdLst/>
              <a:ahLst/>
              <a:cxnLst/>
              <a:rect l="l" t="t" r="r" b="b"/>
              <a:pathLst>
                <a:path w="1071" h="79">
                  <a:moveTo>
                    <a:pt x="1069" y="16"/>
                  </a:moveTo>
                  <a:cubicBezTo>
                    <a:pt x="1058" y="79"/>
                    <a:pt x="1058" y="79"/>
                    <a:pt x="1058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4" y="5"/>
                    <a:pt x="20" y="0"/>
                    <a:pt x="26" y="0"/>
                  </a:cubicBezTo>
                  <a:cubicBezTo>
                    <a:pt x="1056" y="0"/>
                    <a:pt x="1056" y="0"/>
                    <a:pt x="1056" y="0"/>
                  </a:cubicBezTo>
                  <a:cubicBezTo>
                    <a:pt x="1064" y="0"/>
                    <a:pt x="1071" y="8"/>
                    <a:pt x="1069" y="16"/>
                  </a:cubicBez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3" name="AutoShape 53"/>
            <p:cNvSpPr/>
            <p:nvPr/>
          </p:nvSpPr>
          <p:spPr>
            <a:xfrm>
              <a:off x="10669480" y="2538138"/>
              <a:ext cx="69850" cy="6826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4" name="AutoShape 54"/>
            <p:cNvSpPr/>
            <p:nvPr/>
          </p:nvSpPr>
          <p:spPr>
            <a:xfrm>
              <a:off x="10513905" y="2538138"/>
              <a:ext cx="69850" cy="6826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5" name="AutoShape 55"/>
            <p:cNvSpPr/>
            <p:nvPr/>
          </p:nvSpPr>
          <p:spPr>
            <a:xfrm>
              <a:off x="10358330" y="2538138"/>
              <a:ext cx="68263" cy="6826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6" name="AutoShape 56"/>
            <p:cNvSpPr/>
            <p:nvPr/>
          </p:nvSpPr>
          <p:spPr>
            <a:xfrm>
              <a:off x="9245492" y="2801663"/>
              <a:ext cx="1443038" cy="690563"/>
            </a:xfrm>
            <a:custGeom>
              <a:avLst/>
              <a:gdLst/>
              <a:ahLst/>
              <a:cxnLst/>
              <a:rect l="l" t="t" r="r" b="b"/>
              <a:pathLst>
                <a:path w="547" h="262">
                  <a:moveTo>
                    <a:pt x="547" y="8"/>
                  </a:moveTo>
                  <a:cubicBezTo>
                    <a:pt x="541" y="38"/>
                    <a:pt x="541" y="38"/>
                    <a:pt x="541" y="38"/>
                  </a:cubicBezTo>
                  <a:cubicBezTo>
                    <a:pt x="501" y="256"/>
                    <a:pt x="501" y="256"/>
                    <a:pt x="501" y="256"/>
                  </a:cubicBezTo>
                  <a:cubicBezTo>
                    <a:pt x="501" y="259"/>
                    <a:pt x="498" y="262"/>
                    <a:pt x="495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3" y="262"/>
                    <a:pt x="0" y="258"/>
                    <a:pt x="0" y="254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6" y="5"/>
                    <a:pt x="46" y="5"/>
                    <a:pt x="46" y="5"/>
                  </a:cubicBezTo>
                  <a:cubicBezTo>
                    <a:pt x="46" y="2"/>
                    <a:pt x="49" y="0"/>
                    <a:pt x="52" y="0"/>
                  </a:cubicBezTo>
                  <a:cubicBezTo>
                    <a:pt x="540" y="0"/>
                    <a:pt x="540" y="0"/>
                    <a:pt x="540" y="0"/>
                  </a:cubicBezTo>
                  <a:cubicBezTo>
                    <a:pt x="544" y="0"/>
                    <a:pt x="547" y="4"/>
                    <a:pt x="547" y="8"/>
                  </a:cubicBez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7" name="AutoShape 57"/>
            <p:cNvSpPr/>
            <p:nvPr/>
          </p:nvSpPr>
          <p:spPr>
            <a:xfrm>
              <a:off x="8123130" y="2801663"/>
              <a:ext cx="1150938" cy="176213"/>
            </a:xfrm>
            <a:custGeom>
              <a:avLst/>
              <a:gdLst/>
              <a:ahLst/>
              <a:cxnLst/>
              <a:rect l="l" t="t" r="r" b="b"/>
              <a:pathLst>
                <a:path w="436" h="67">
                  <a:moveTo>
                    <a:pt x="436" y="8"/>
                  </a:moveTo>
                  <a:cubicBezTo>
                    <a:pt x="430" y="38"/>
                    <a:pt x="430" y="38"/>
                    <a:pt x="430" y="38"/>
                  </a:cubicBezTo>
                  <a:cubicBezTo>
                    <a:pt x="425" y="62"/>
                    <a:pt x="425" y="62"/>
                    <a:pt x="425" y="62"/>
                  </a:cubicBezTo>
                  <a:cubicBezTo>
                    <a:pt x="425" y="65"/>
                    <a:pt x="422" y="67"/>
                    <a:pt x="419" y="67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3" y="67"/>
                    <a:pt x="0" y="64"/>
                    <a:pt x="1" y="60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2" y="2"/>
                    <a:pt x="15" y="0"/>
                    <a:pt x="18" y="0"/>
                  </a:cubicBezTo>
                  <a:cubicBezTo>
                    <a:pt x="429" y="0"/>
                    <a:pt x="429" y="0"/>
                    <a:pt x="429" y="0"/>
                  </a:cubicBezTo>
                  <a:cubicBezTo>
                    <a:pt x="433" y="0"/>
                    <a:pt x="436" y="4"/>
                    <a:pt x="436" y="8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8" name="AutoShape 58"/>
            <p:cNvSpPr/>
            <p:nvPr/>
          </p:nvSpPr>
          <p:spPr>
            <a:xfrm>
              <a:off x="8070742" y="3057250"/>
              <a:ext cx="1150938" cy="176213"/>
            </a:xfrm>
            <a:custGeom>
              <a:avLst/>
              <a:gdLst/>
              <a:ahLst/>
              <a:cxnLst/>
              <a:rect l="l" t="t" r="r" b="b"/>
              <a:pathLst>
                <a:path w="436" h="67">
                  <a:moveTo>
                    <a:pt x="436" y="8"/>
                  </a:moveTo>
                  <a:cubicBezTo>
                    <a:pt x="430" y="37"/>
                    <a:pt x="430" y="37"/>
                    <a:pt x="430" y="37"/>
                  </a:cubicBezTo>
                  <a:cubicBezTo>
                    <a:pt x="425" y="62"/>
                    <a:pt x="425" y="62"/>
                    <a:pt x="425" y="62"/>
                  </a:cubicBezTo>
                  <a:cubicBezTo>
                    <a:pt x="424" y="65"/>
                    <a:pt x="422" y="67"/>
                    <a:pt x="419" y="67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3" y="67"/>
                    <a:pt x="0" y="64"/>
                    <a:pt x="1" y="60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2" y="2"/>
                    <a:pt x="14" y="0"/>
                    <a:pt x="17" y="0"/>
                  </a:cubicBezTo>
                  <a:cubicBezTo>
                    <a:pt x="429" y="0"/>
                    <a:pt x="429" y="0"/>
                    <a:pt x="429" y="0"/>
                  </a:cubicBezTo>
                  <a:cubicBezTo>
                    <a:pt x="433" y="0"/>
                    <a:pt x="436" y="4"/>
                    <a:pt x="436" y="8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9" name="AutoShape 59"/>
            <p:cNvSpPr/>
            <p:nvPr/>
          </p:nvSpPr>
          <p:spPr>
            <a:xfrm>
              <a:off x="8018355" y="3312838"/>
              <a:ext cx="1149350" cy="176213"/>
            </a:xfrm>
            <a:custGeom>
              <a:avLst/>
              <a:gdLst/>
              <a:ahLst/>
              <a:cxnLst/>
              <a:rect l="l" t="t" r="r" b="b"/>
              <a:pathLst>
                <a:path w="436" h="67">
                  <a:moveTo>
                    <a:pt x="435" y="7"/>
                  </a:moveTo>
                  <a:cubicBezTo>
                    <a:pt x="430" y="37"/>
                    <a:pt x="430" y="37"/>
                    <a:pt x="430" y="37"/>
                  </a:cubicBezTo>
                  <a:cubicBezTo>
                    <a:pt x="425" y="62"/>
                    <a:pt x="425" y="62"/>
                    <a:pt x="425" y="62"/>
                  </a:cubicBezTo>
                  <a:cubicBezTo>
                    <a:pt x="424" y="65"/>
                    <a:pt x="422" y="67"/>
                    <a:pt x="418" y="67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3" y="67"/>
                    <a:pt x="0" y="63"/>
                    <a:pt x="0" y="60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2" y="2"/>
                    <a:pt x="14" y="0"/>
                    <a:pt x="17" y="0"/>
                  </a:cubicBezTo>
                  <a:cubicBezTo>
                    <a:pt x="429" y="0"/>
                    <a:pt x="429" y="0"/>
                    <a:pt x="429" y="0"/>
                  </a:cubicBezTo>
                  <a:cubicBezTo>
                    <a:pt x="433" y="0"/>
                    <a:pt x="436" y="3"/>
                    <a:pt x="435" y="7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0" name="AutoShape 60"/>
            <p:cNvSpPr/>
            <p:nvPr/>
          </p:nvSpPr>
          <p:spPr>
            <a:xfrm>
              <a:off x="7954855" y="3619225"/>
              <a:ext cx="2582863" cy="176213"/>
            </a:xfrm>
            <a:custGeom>
              <a:avLst/>
              <a:gdLst/>
              <a:ahLst/>
              <a:cxnLst/>
              <a:rect l="l" t="t" r="r" b="b"/>
              <a:pathLst>
                <a:path w="979" h="67">
                  <a:moveTo>
                    <a:pt x="978" y="8"/>
                  </a:moveTo>
                  <a:cubicBezTo>
                    <a:pt x="973" y="38"/>
                    <a:pt x="973" y="38"/>
                    <a:pt x="973" y="38"/>
                  </a:cubicBezTo>
                  <a:cubicBezTo>
                    <a:pt x="968" y="62"/>
                    <a:pt x="968" y="62"/>
                    <a:pt x="968" y="62"/>
                  </a:cubicBezTo>
                  <a:cubicBezTo>
                    <a:pt x="967" y="65"/>
                    <a:pt x="964" y="67"/>
                    <a:pt x="961" y="67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3" y="67"/>
                    <a:pt x="0" y="64"/>
                    <a:pt x="1" y="60"/>
                  </a:cubicBezTo>
                  <a:cubicBezTo>
                    <a:pt x="6" y="38"/>
                    <a:pt x="6" y="38"/>
                    <a:pt x="6" y="38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2" y="2"/>
                    <a:pt x="15" y="0"/>
                    <a:pt x="18" y="0"/>
                  </a:cubicBezTo>
                  <a:cubicBezTo>
                    <a:pt x="972" y="0"/>
                    <a:pt x="972" y="0"/>
                    <a:pt x="972" y="0"/>
                  </a:cubicBezTo>
                  <a:cubicBezTo>
                    <a:pt x="976" y="0"/>
                    <a:pt x="979" y="4"/>
                    <a:pt x="978" y="8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1" name="AutoShape 61"/>
            <p:cNvSpPr/>
            <p:nvPr/>
          </p:nvSpPr>
          <p:spPr>
            <a:xfrm flipV="1">
              <a:off x="9474092" y="2927075"/>
              <a:ext cx="982663" cy="438150"/>
            </a:xfrm>
            <a:prstGeom prst="line">
              <a:avLst/>
            </a:prstGeom>
            <a:ln w="317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2" name="AutoShape 62"/>
            <p:cNvSpPr/>
            <p:nvPr/>
          </p:nvSpPr>
          <p:spPr>
            <a:xfrm>
              <a:off x="9540767" y="2917550"/>
              <a:ext cx="844550" cy="458788"/>
            </a:xfrm>
            <a:prstGeom prst="line">
              <a:avLst/>
            </a:prstGeom>
            <a:ln w="317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3" name="AutoShape 63"/>
            <p:cNvSpPr/>
            <p:nvPr/>
          </p:nvSpPr>
          <p:spPr>
            <a:xfrm>
              <a:off x="10158305" y="3708125"/>
              <a:ext cx="933450" cy="207963"/>
            </a:xfrm>
            <a:custGeom>
              <a:avLst/>
              <a:gdLst/>
              <a:ahLst/>
              <a:cxnLst/>
              <a:rect l="l" t="t" r="r" b="b"/>
              <a:pathLst>
                <a:path w="354" h="79">
                  <a:moveTo>
                    <a:pt x="339" y="79"/>
                  </a:moveTo>
                  <a:cubicBezTo>
                    <a:pt x="15" y="79"/>
                    <a:pt x="15" y="79"/>
                    <a:pt x="15" y="79"/>
                  </a:cubicBezTo>
                  <a:cubicBezTo>
                    <a:pt x="7" y="79"/>
                    <a:pt x="0" y="72"/>
                    <a:pt x="0" y="6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6"/>
                    <a:pt x="7" y="0"/>
                    <a:pt x="15" y="0"/>
                  </a:cubicBezTo>
                  <a:cubicBezTo>
                    <a:pt x="339" y="0"/>
                    <a:pt x="339" y="0"/>
                    <a:pt x="339" y="0"/>
                  </a:cubicBezTo>
                  <a:cubicBezTo>
                    <a:pt x="347" y="0"/>
                    <a:pt x="354" y="6"/>
                    <a:pt x="354" y="15"/>
                  </a:cubicBezTo>
                  <a:cubicBezTo>
                    <a:pt x="354" y="64"/>
                    <a:pt x="354" y="64"/>
                    <a:pt x="354" y="64"/>
                  </a:cubicBezTo>
                  <a:cubicBezTo>
                    <a:pt x="354" y="72"/>
                    <a:pt x="347" y="79"/>
                    <a:pt x="339" y="79"/>
                  </a:cubicBezTo>
                  <a:close/>
                </a:path>
              </a:pathLst>
            </a:custGeom>
            <a:solidFill>
              <a:srgbClr val="D64D8B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4" name="AutoShape 64"/>
            <p:cNvSpPr/>
            <p:nvPr/>
          </p:nvSpPr>
          <p:spPr>
            <a:xfrm>
              <a:off x="9501080" y="3803375"/>
              <a:ext cx="931863" cy="211138"/>
            </a:xfrm>
            <a:custGeom>
              <a:avLst/>
              <a:gdLst/>
              <a:ahLst/>
              <a:cxnLst/>
              <a:rect l="l" t="t" r="r" b="b"/>
              <a:pathLst>
                <a:path w="353" h="80">
                  <a:moveTo>
                    <a:pt x="338" y="80"/>
                  </a:moveTo>
                  <a:cubicBezTo>
                    <a:pt x="15" y="80"/>
                    <a:pt x="15" y="80"/>
                    <a:pt x="15" y="80"/>
                  </a:cubicBezTo>
                  <a:cubicBezTo>
                    <a:pt x="6" y="80"/>
                    <a:pt x="0" y="73"/>
                    <a:pt x="0" y="6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7"/>
                    <a:pt x="6" y="0"/>
                    <a:pt x="15" y="0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47" y="0"/>
                    <a:pt x="353" y="7"/>
                    <a:pt x="353" y="15"/>
                  </a:cubicBezTo>
                  <a:cubicBezTo>
                    <a:pt x="353" y="64"/>
                    <a:pt x="353" y="64"/>
                    <a:pt x="353" y="64"/>
                  </a:cubicBezTo>
                  <a:cubicBezTo>
                    <a:pt x="353" y="73"/>
                    <a:pt x="347" y="80"/>
                    <a:pt x="338" y="80"/>
                  </a:cubicBezTo>
                  <a:close/>
                </a:path>
              </a:pathLst>
            </a:custGeom>
            <a:solidFill>
              <a:srgbClr val="F3C700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5" name="AutoShape 65"/>
            <p:cNvSpPr/>
            <p:nvPr/>
          </p:nvSpPr>
          <p:spPr>
            <a:xfrm>
              <a:off x="7011880" y="3465238"/>
              <a:ext cx="269875" cy="425450"/>
            </a:xfrm>
            <a:custGeom>
              <a:avLst/>
              <a:gdLst/>
              <a:ahLst/>
              <a:cxnLst/>
              <a:rect l="l" t="t" r="r" b="b"/>
              <a:pathLst>
                <a:path w="170" h="268">
                  <a:moveTo>
                    <a:pt x="47" y="0"/>
                  </a:moveTo>
                  <a:lnTo>
                    <a:pt x="0" y="244"/>
                  </a:lnTo>
                  <a:lnTo>
                    <a:pt x="123" y="268"/>
                  </a:lnTo>
                  <a:lnTo>
                    <a:pt x="170" y="23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FBAF7B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6" name="AutoShape 66"/>
            <p:cNvSpPr/>
            <p:nvPr/>
          </p:nvSpPr>
          <p:spPr>
            <a:xfrm>
              <a:off x="7059505" y="3465238"/>
              <a:ext cx="217488" cy="290513"/>
            </a:xfrm>
            <a:custGeom>
              <a:avLst/>
              <a:gdLst/>
              <a:ahLst/>
              <a:cxnLst/>
              <a:rect l="l" t="t" r="r" b="b"/>
              <a:pathLst>
                <a:path w="82" h="110">
                  <a:moveTo>
                    <a:pt x="10" y="0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16" y="77"/>
                    <a:pt x="45" y="97"/>
                    <a:pt x="66" y="11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18"/>
                    <a:pt x="80" y="15"/>
                    <a:pt x="78" y="13"/>
                  </a:cubicBezTo>
                  <a:lnTo>
                    <a:pt x="10" y="0"/>
                  </a:lnTo>
                  <a:close/>
                </a:path>
              </a:pathLst>
            </a:custGeom>
            <a:solidFill>
              <a:srgbClr val="FB8862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7" name="AutoShape 67"/>
            <p:cNvSpPr/>
            <p:nvPr/>
          </p:nvSpPr>
          <p:spPr>
            <a:xfrm>
              <a:off x="7089667" y="3128688"/>
              <a:ext cx="479425" cy="600075"/>
            </a:xfrm>
            <a:custGeom>
              <a:avLst/>
              <a:gdLst/>
              <a:ahLst/>
              <a:cxnLst/>
              <a:rect l="l" t="t" r="r" b="b"/>
              <a:pathLst>
                <a:path w="182" h="228">
                  <a:moveTo>
                    <a:pt x="168" y="36"/>
                  </a:moveTo>
                  <a:cubicBezTo>
                    <a:pt x="168" y="36"/>
                    <a:pt x="182" y="153"/>
                    <a:pt x="105" y="222"/>
                  </a:cubicBezTo>
                  <a:cubicBezTo>
                    <a:pt x="100" y="226"/>
                    <a:pt x="92" y="228"/>
                    <a:pt x="86" y="226"/>
                  </a:cubicBezTo>
                  <a:cubicBezTo>
                    <a:pt x="61" y="219"/>
                    <a:pt x="3" y="198"/>
                    <a:pt x="2" y="163"/>
                  </a:cubicBezTo>
                  <a:cubicBezTo>
                    <a:pt x="0" y="119"/>
                    <a:pt x="9" y="17"/>
                    <a:pt x="52" y="8"/>
                  </a:cubicBezTo>
                  <a:cubicBezTo>
                    <a:pt x="96" y="0"/>
                    <a:pt x="168" y="36"/>
                    <a:pt x="168" y="36"/>
                  </a:cubicBezTo>
                  <a:close/>
                </a:path>
              </a:pathLst>
            </a:custGeom>
            <a:solidFill>
              <a:srgbClr val="FBAF7B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8" name="AutoShape 68"/>
            <p:cNvSpPr/>
            <p:nvPr/>
          </p:nvSpPr>
          <p:spPr>
            <a:xfrm>
              <a:off x="6922980" y="3273150"/>
              <a:ext cx="258763" cy="271463"/>
            </a:xfrm>
            <a:custGeom>
              <a:avLst/>
              <a:gdLst/>
              <a:ahLst/>
              <a:cxnLst/>
              <a:rect l="l" t="t" r="r" b="b"/>
              <a:pathLst>
                <a:path w="98" h="103">
                  <a:moveTo>
                    <a:pt x="98" y="46"/>
                  </a:moveTo>
                  <a:cubicBezTo>
                    <a:pt x="98" y="46"/>
                    <a:pt x="65" y="0"/>
                    <a:pt x="32" y="19"/>
                  </a:cubicBezTo>
                  <a:cubicBezTo>
                    <a:pt x="0" y="38"/>
                    <a:pt x="51" y="103"/>
                    <a:pt x="75" y="80"/>
                  </a:cubicBezTo>
                  <a:cubicBezTo>
                    <a:pt x="98" y="58"/>
                    <a:pt x="98" y="46"/>
                    <a:pt x="98" y="46"/>
                  </a:cubicBezTo>
                  <a:close/>
                </a:path>
              </a:pathLst>
            </a:custGeom>
            <a:solidFill>
              <a:srgbClr val="FBAF7B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9" name="AutoShape 69"/>
            <p:cNvSpPr/>
            <p:nvPr/>
          </p:nvSpPr>
          <p:spPr>
            <a:xfrm>
              <a:off x="7426217" y="3417613"/>
              <a:ext cx="31750" cy="55563"/>
            </a:xfrm>
            <a:custGeom>
              <a:avLst/>
              <a:gdLst/>
              <a:ahLst/>
              <a:cxnLst/>
              <a:rect l="l" t="t" r="r" b="b"/>
              <a:pathLst>
                <a:path w="12" h="21">
                  <a:moveTo>
                    <a:pt x="1" y="9"/>
                  </a:moveTo>
                  <a:cubicBezTo>
                    <a:pt x="0" y="15"/>
                    <a:pt x="1" y="20"/>
                    <a:pt x="4" y="20"/>
                  </a:cubicBezTo>
                  <a:cubicBezTo>
                    <a:pt x="6" y="21"/>
                    <a:pt x="9" y="17"/>
                    <a:pt x="10" y="11"/>
                  </a:cubicBezTo>
                  <a:cubicBezTo>
                    <a:pt x="12" y="6"/>
                    <a:pt x="10" y="1"/>
                    <a:pt x="8" y="0"/>
                  </a:cubicBezTo>
                  <a:cubicBezTo>
                    <a:pt x="5" y="0"/>
                    <a:pt x="2" y="4"/>
                    <a:pt x="1" y="9"/>
                  </a:cubicBezTo>
                  <a:close/>
                </a:path>
              </a:pathLst>
            </a:custGeom>
            <a:solidFill>
              <a:srgbClr val="373B54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0" name="AutoShape 70"/>
            <p:cNvSpPr/>
            <p:nvPr/>
          </p:nvSpPr>
          <p:spPr>
            <a:xfrm>
              <a:off x="7269055" y="3389038"/>
              <a:ext cx="31750" cy="55563"/>
            </a:xfrm>
            <a:custGeom>
              <a:avLst/>
              <a:gdLst/>
              <a:ahLst/>
              <a:cxnLst/>
              <a:rect l="l" t="t" r="r" b="b"/>
              <a:pathLst>
                <a:path w="12" h="21">
                  <a:moveTo>
                    <a:pt x="1" y="10"/>
                  </a:moveTo>
                  <a:cubicBezTo>
                    <a:pt x="0" y="15"/>
                    <a:pt x="1" y="20"/>
                    <a:pt x="4" y="21"/>
                  </a:cubicBezTo>
                  <a:cubicBezTo>
                    <a:pt x="7" y="21"/>
                    <a:pt x="10" y="17"/>
                    <a:pt x="11" y="12"/>
                  </a:cubicBezTo>
                  <a:cubicBezTo>
                    <a:pt x="12" y="6"/>
                    <a:pt x="10" y="1"/>
                    <a:pt x="8" y="0"/>
                  </a:cubicBezTo>
                  <a:cubicBezTo>
                    <a:pt x="5" y="0"/>
                    <a:pt x="2" y="4"/>
                    <a:pt x="1" y="10"/>
                  </a:cubicBezTo>
                  <a:close/>
                </a:path>
              </a:pathLst>
            </a:custGeom>
            <a:solidFill>
              <a:srgbClr val="373B54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1" name="AutoShape 71"/>
            <p:cNvSpPr/>
            <p:nvPr/>
          </p:nvSpPr>
          <p:spPr>
            <a:xfrm>
              <a:off x="7245242" y="3517625"/>
              <a:ext cx="125413" cy="190500"/>
            </a:xfrm>
            <a:custGeom>
              <a:avLst/>
              <a:gdLst/>
              <a:ahLst/>
              <a:cxnLst/>
              <a:rect l="l" t="t" r="r" b="b"/>
              <a:pathLst>
                <a:path w="48" h="72">
                  <a:moveTo>
                    <a:pt x="48" y="21"/>
                  </a:moveTo>
                  <a:cubicBezTo>
                    <a:pt x="47" y="20"/>
                    <a:pt x="0" y="0"/>
                    <a:pt x="0" y="0"/>
                  </a:cubicBezTo>
                  <a:cubicBezTo>
                    <a:pt x="0" y="0"/>
                    <a:pt x="0" y="72"/>
                    <a:pt x="47" y="20"/>
                  </a:cubicBezTo>
                  <a:lnTo>
                    <a:pt x="48" y="2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2" name="AutoShape 72"/>
            <p:cNvSpPr/>
            <p:nvPr/>
          </p:nvSpPr>
          <p:spPr>
            <a:xfrm>
              <a:off x="6643580" y="3763688"/>
              <a:ext cx="722313" cy="1138238"/>
            </a:xfrm>
            <a:custGeom>
              <a:avLst/>
              <a:gdLst/>
              <a:ahLst/>
              <a:cxnLst/>
              <a:rect l="l" t="t" r="r" b="b"/>
              <a:pathLst>
                <a:path w="274" h="432">
                  <a:moveTo>
                    <a:pt x="0" y="398"/>
                  </a:moveTo>
                  <a:cubicBezTo>
                    <a:pt x="87" y="432"/>
                    <a:pt x="186" y="402"/>
                    <a:pt x="274" y="397"/>
                  </a:cubicBezTo>
                  <a:cubicBezTo>
                    <a:pt x="267" y="260"/>
                    <a:pt x="267" y="260"/>
                    <a:pt x="267" y="260"/>
                  </a:cubicBezTo>
                  <a:cubicBezTo>
                    <a:pt x="257" y="67"/>
                    <a:pt x="257" y="67"/>
                    <a:pt x="257" y="67"/>
                  </a:cubicBezTo>
                  <a:cubicBezTo>
                    <a:pt x="254" y="50"/>
                    <a:pt x="246" y="35"/>
                    <a:pt x="234" y="24"/>
                  </a:cubicBezTo>
                  <a:cubicBezTo>
                    <a:pt x="221" y="12"/>
                    <a:pt x="221" y="12"/>
                    <a:pt x="221" y="12"/>
                  </a:cubicBezTo>
                  <a:cubicBezTo>
                    <a:pt x="220" y="12"/>
                    <a:pt x="220" y="12"/>
                    <a:pt x="220" y="12"/>
                  </a:cubicBezTo>
                  <a:cubicBezTo>
                    <a:pt x="220" y="12"/>
                    <a:pt x="209" y="53"/>
                    <a:pt x="147" y="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100" y="11"/>
                    <a:pt x="100" y="11"/>
                    <a:pt x="100" y="11"/>
                  </a:cubicBezTo>
                  <a:cubicBezTo>
                    <a:pt x="96" y="12"/>
                    <a:pt x="93" y="13"/>
                    <a:pt x="90" y="14"/>
                  </a:cubicBezTo>
                  <a:cubicBezTo>
                    <a:pt x="81" y="18"/>
                    <a:pt x="74" y="24"/>
                    <a:pt x="68" y="32"/>
                  </a:cubicBezTo>
                  <a:cubicBezTo>
                    <a:pt x="44" y="64"/>
                    <a:pt x="25" y="169"/>
                    <a:pt x="12" y="265"/>
                  </a:cubicBezTo>
                  <a:cubicBezTo>
                    <a:pt x="7" y="298"/>
                    <a:pt x="3" y="370"/>
                    <a:pt x="0" y="398"/>
                  </a:cubicBezTo>
                  <a:close/>
                </a:path>
              </a:pathLst>
            </a:custGeom>
            <a:solidFill>
              <a:srgbClr val="F3C700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3" name="AutoShape 73"/>
            <p:cNvSpPr/>
            <p:nvPr/>
          </p:nvSpPr>
          <p:spPr>
            <a:xfrm>
              <a:off x="6114942" y="3792263"/>
              <a:ext cx="792163" cy="1096963"/>
            </a:xfrm>
            <a:custGeom>
              <a:avLst/>
              <a:gdLst/>
              <a:ahLst/>
              <a:cxnLst/>
              <a:rect l="l" t="t" r="r" b="b"/>
              <a:pathLst>
                <a:path w="300" h="416">
                  <a:moveTo>
                    <a:pt x="0" y="389"/>
                  </a:moveTo>
                  <a:cubicBezTo>
                    <a:pt x="25" y="416"/>
                    <a:pt x="167" y="392"/>
                    <a:pt x="200" y="410"/>
                  </a:cubicBezTo>
                  <a:cubicBezTo>
                    <a:pt x="220" y="382"/>
                    <a:pt x="203" y="300"/>
                    <a:pt x="222" y="280"/>
                  </a:cubicBezTo>
                  <a:cubicBezTo>
                    <a:pt x="263" y="238"/>
                    <a:pt x="288" y="189"/>
                    <a:pt x="288" y="189"/>
                  </a:cubicBezTo>
                  <a:cubicBezTo>
                    <a:pt x="300" y="0"/>
                    <a:pt x="300" y="0"/>
                    <a:pt x="300" y="0"/>
                  </a:cubicBezTo>
                  <a:cubicBezTo>
                    <a:pt x="297" y="1"/>
                    <a:pt x="293" y="2"/>
                    <a:pt x="290" y="3"/>
                  </a:cubicBezTo>
                  <a:cubicBezTo>
                    <a:pt x="198" y="37"/>
                    <a:pt x="54" y="286"/>
                    <a:pt x="0" y="389"/>
                  </a:cubicBezTo>
                  <a:close/>
                </a:path>
              </a:pathLst>
            </a:custGeom>
            <a:solidFill>
              <a:srgbClr val="F3C700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4" name="AutoShape 74"/>
            <p:cNvSpPr/>
            <p:nvPr/>
          </p:nvSpPr>
          <p:spPr>
            <a:xfrm>
              <a:off x="7226192" y="3795438"/>
              <a:ext cx="1128713" cy="754063"/>
            </a:xfrm>
            <a:custGeom>
              <a:avLst/>
              <a:gdLst/>
              <a:ahLst/>
              <a:cxnLst/>
              <a:rect l="l" t="t" r="r" b="b"/>
              <a:pathLst>
                <a:path w="711" h="475">
                  <a:moveTo>
                    <a:pt x="711" y="133"/>
                  </a:moveTo>
                  <a:lnTo>
                    <a:pt x="293" y="475"/>
                  </a:lnTo>
                  <a:lnTo>
                    <a:pt x="37" y="325"/>
                  </a:lnTo>
                  <a:lnTo>
                    <a:pt x="0" y="0"/>
                  </a:lnTo>
                  <a:lnTo>
                    <a:pt x="336" y="151"/>
                  </a:lnTo>
                  <a:lnTo>
                    <a:pt x="605" y="60"/>
                  </a:lnTo>
                  <a:lnTo>
                    <a:pt x="711" y="133"/>
                  </a:lnTo>
                  <a:close/>
                </a:path>
              </a:pathLst>
            </a:custGeom>
            <a:solidFill>
              <a:srgbClr val="F3C700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5" name="AutoShape 75"/>
            <p:cNvSpPr/>
            <p:nvPr/>
          </p:nvSpPr>
          <p:spPr>
            <a:xfrm>
              <a:off x="6975367" y="2993750"/>
              <a:ext cx="731838" cy="400050"/>
            </a:xfrm>
            <a:custGeom>
              <a:avLst/>
              <a:gdLst/>
              <a:ahLst/>
              <a:cxnLst/>
              <a:rect l="l" t="t" r="r" b="b"/>
              <a:pathLst>
                <a:path w="277" h="152">
                  <a:moveTo>
                    <a:pt x="19" y="122"/>
                  </a:moveTo>
                  <a:cubicBezTo>
                    <a:pt x="19" y="122"/>
                    <a:pt x="0" y="51"/>
                    <a:pt x="34" y="24"/>
                  </a:cubicBezTo>
                  <a:cubicBezTo>
                    <a:pt x="51" y="10"/>
                    <a:pt x="65" y="41"/>
                    <a:pt x="65" y="41"/>
                  </a:cubicBezTo>
                  <a:cubicBezTo>
                    <a:pt x="65" y="41"/>
                    <a:pt x="100" y="0"/>
                    <a:pt x="131" y="10"/>
                  </a:cubicBezTo>
                  <a:cubicBezTo>
                    <a:pt x="175" y="24"/>
                    <a:pt x="182" y="87"/>
                    <a:pt x="242" y="73"/>
                  </a:cubicBezTo>
                  <a:cubicBezTo>
                    <a:pt x="277" y="65"/>
                    <a:pt x="257" y="110"/>
                    <a:pt x="227" y="127"/>
                  </a:cubicBezTo>
                  <a:cubicBezTo>
                    <a:pt x="204" y="141"/>
                    <a:pt x="173" y="143"/>
                    <a:pt x="132" y="116"/>
                  </a:cubicBezTo>
                  <a:cubicBezTo>
                    <a:pt x="132" y="116"/>
                    <a:pt x="99" y="84"/>
                    <a:pt x="61" y="152"/>
                  </a:cubicBezTo>
                  <a:cubicBezTo>
                    <a:pt x="61" y="152"/>
                    <a:pt x="51" y="113"/>
                    <a:pt x="19" y="122"/>
                  </a:cubicBezTo>
                  <a:close/>
                </a:path>
              </a:pathLst>
            </a:custGeom>
            <a:solidFill>
              <a:srgbClr val="373B54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6" name="AutoShape 76"/>
            <p:cNvSpPr/>
            <p:nvPr/>
          </p:nvSpPr>
          <p:spPr>
            <a:xfrm>
              <a:off x="6994417" y="3333475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40" h="43">
                  <a:moveTo>
                    <a:pt x="39" y="42"/>
                  </a:moveTo>
                  <a:cubicBezTo>
                    <a:pt x="39" y="42"/>
                    <a:pt x="27" y="38"/>
                    <a:pt x="29" y="32"/>
                  </a:cubicBezTo>
                  <a:cubicBezTo>
                    <a:pt x="31" y="25"/>
                    <a:pt x="40" y="23"/>
                    <a:pt x="40" y="23"/>
                  </a:cubicBezTo>
                  <a:cubicBezTo>
                    <a:pt x="40" y="23"/>
                    <a:pt x="30" y="0"/>
                    <a:pt x="15" y="8"/>
                  </a:cubicBezTo>
                  <a:cubicBezTo>
                    <a:pt x="0" y="16"/>
                    <a:pt x="16" y="43"/>
                    <a:pt x="39" y="42"/>
                  </a:cubicBezTo>
                  <a:close/>
                </a:path>
              </a:pathLst>
            </a:custGeom>
            <a:solidFill>
              <a:srgbClr val="FB8862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7" name="AutoShape 77"/>
            <p:cNvSpPr/>
            <p:nvPr/>
          </p:nvSpPr>
          <p:spPr>
            <a:xfrm flipV="1">
              <a:off x="6643580" y="4359000"/>
              <a:ext cx="192088" cy="454025"/>
            </a:xfrm>
            <a:prstGeom prst="line">
              <a:avLst/>
            </a:prstGeom>
            <a:ln w="31750">
              <a:solidFill>
                <a:srgbClr val="FB8862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78" name="AutoShape 78"/>
            <p:cNvSpPr/>
            <p:nvPr/>
          </p:nvSpPr>
          <p:spPr>
            <a:xfrm>
              <a:off x="7146817" y="3660500"/>
              <a:ext cx="1343025" cy="1212850"/>
            </a:xfrm>
            <a:custGeom>
              <a:avLst/>
              <a:gdLst/>
              <a:ahLst/>
              <a:cxnLst/>
              <a:rect l="l" t="t" r="r" b="b"/>
              <a:pathLst>
                <a:path w="845" h="764">
                  <a:moveTo>
                    <a:pt x="281" y="764"/>
                  </a:moveTo>
                  <a:lnTo>
                    <a:pt x="0" y="764"/>
                  </a:lnTo>
                  <a:lnTo>
                    <a:pt x="693" y="0"/>
                  </a:lnTo>
                  <a:lnTo>
                    <a:pt x="846" y="140"/>
                  </a:lnTo>
                  <a:lnTo>
                    <a:pt x="281" y="764"/>
                  </a:ln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9" name="AutoShape 79"/>
            <p:cNvSpPr/>
            <p:nvPr/>
          </p:nvSpPr>
          <p:spPr>
            <a:xfrm>
              <a:off x="8034230" y="3065188"/>
              <a:ext cx="1020763" cy="1019175"/>
            </a:xfrm>
            <a:custGeom>
              <a:avLst/>
              <a:gdLst/>
              <a:ahLst/>
              <a:cxnLst/>
              <a:rect l="l" t="t" r="r" b="b"/>
              <a:pathLst>
                <a:path w="387" h="387">
                  <a:moveTo>
                    <a:pt x="328" y="310"/>
                  </a:moveTo>
                  <a:cubicBezTo>
                    <a:pt x="262" y="382"/>
                    <a:pt x="151" y="387"/>
                    <a:pt x="78" y="322"/>
                  </a:cubicBezTo>
                  <a:cubicBezTo>
                    <a:pt x="6" y="256"/>
                    <a:pt x="0" y="145"/>
                    <a:pt x="66" y="72"/>
                  </a:cubicBezTo>
                  <a:cubicBezTo>
                    <a:pt x="117" y="16"/>
                    <a:pt x="195" y="0"/>
                    <a:pt x="262" y="27"/>
                  </a:cubicBezTo>
                  <a:cubicBezTo>
                    <a:pt x="122" y="180"/>
                    <a:pt x="122" y="180"/>
                    <a:pt x="122" y="180"/>
                  </a:cubicBezTo>
                  <a:cubicBezTo>
                    <a:pt x="215" y="264"/>
                    <a:pt x="215" y="264"/>
                    <a:pt x="215" y="264"/>
                  </a:cubicBezTo>
                  <a:cubicBezTo>
                    <a:pt x="354" y="110"/>
                    <a:pt x="354" y="110"/>
                    <a:pt x="354" y="110"/>
                  </a:cubicBezTo>
                  <a:cubicBezTo>
                    <a:pt x="387" y="174"/>
                    <a:pt x="379" y="254"/>
                    <a:pt x="328" y="310"/>
                  </a:cubicBez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0" name="AutoShape 80"/>
            <p:cNvSpPr/>
            <p:nvPr/>
          </p:nvSpPr>
          <p:spPr>
            <a:xfrm>
              <a:off x="8110430" y="3911325"/>
              <a:ext cx="242888" cy="360363"/>
            </a:xfrm>
            <a:custGeom>
              <a:avLst/>
              <a:gdLst/>
              <a:ahLst/>
              <a:cxnLst/>
              <a:rect l="l" t="t" r="r" b="b"/>
              <a:pathLst>
                <a:path w="92" h="137">
                  <a:moveTo>
                    <a:pt x="86" y="74"/>
                  </a:moveTo>
                  <a:cubicBezTo>
                    <a:pt x="90" y="67"/>
                    <a:pt x="92" y="59"/>
                    <a:pt x="91" y="52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3" y="5"/>
                    <a:pt x="68" y="0"/>
                    <a:pt x="59" y="9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2" y="67"/>
                    <a:pt x="0" y="75"/>
                    <a:pt x="2" y="82"/>
                  </a:cubicBezTo>
                  <a:cubicBezTo>
                    <a:pt x="20" y="124"/>
                    <a:pt x="20" y="124"/>
                    <a:pt x="20" y="124"/>
                  </a:cubicBezTo>
                  <a:cubicBezTo>
                    <a:pt x="26" y="137"/>
                    <a:pt x="44" y="137"/>
                    <a:pt x="50" y="125"/>
                  </a:cubicBezTo>
                  <a:lnTo>
                    <a:pt x="86" y="74"/>
                  </a:lnTo>
                  <a:close/>
                </a:path>
              </a:pathLst>
            </a:custGeom>
            <a:solidFill>
              <a:srgbClr val="FBAF7B">
                <a:alpha val="100000"/>
              </a:srgbClr>
            </a:solidFill>
            <a:ln>
              <a:headEnd type="none"/>
              <a:tailEnd type="none"/>
            </a:ln>
          </p:spPr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Agenda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flipH="1">
            <a:off x="3621019" y="1500188"/>
            <a:ext cx="0" cy="4633913"/>
          </a:xfrm>
          <a:prstGeom prst="line">
            <a:avLst/>
          </a:prstGeom>
          <a:ln w="3175">
            <a:solidFill>
              <a:srgbClr val="FFFFFF">
                <a:alpha val="100000"/>
                <a:lumMod val="75000"/>
              </a:srgbClr>
            </a:solidFill>
            <a:prstDash val="solid"/>
            <a:headEnd type="none"/>
            <a:tailEnd type="none"/>
          </a:ln>
        </p:spPr>
      </p:cxnSp>
      <p:sp>
        <p:nvSpPr>
          <p:cNvPr id="3" name="AutoShape 3"/>
          <p:cNvSpPr/>
          <p:nvPr/>
        </p:nvSpPr>
        <p:spPr>
          <a:xfrm>
            <a:off x="2626456" y="5219207"/>
            <a:ext cx="870506" cy="915667"/>
          </a:xfrm>
          <a:custGeom>
            <a:avLst/>
            <a:gdLst/>
            <a:ahLst/>
            <a:cxnLst/>
            <a:rect l="l" t="t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rgbClr val="000000">
              <a:alpha val="100000"/>
            </a:srgbClr>
          </a:solidFill>
          <a:ln>
            <a:headEnd type="none"/>
            <a:tailEnd type="none"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losing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flipH="1">
            <a:off x="558885" y="3076359"/>
            <a:ext cx="5458324" cy="3081118"/>
            <a:chOff x="5221180" y="1253850"/>
            <a:chExt cx="6462713" cy="3648076"/>
          </a:xfrm>
        </p:grpSpPr>
        <p:sp>
          <p:nvSpPr>
            <p:cNvPr id="3" name="AutoShape 3"/>
            <p:cNvSpPr/>
            <p:nvPr/>
          </p:nvSpPr>
          <p:spPr>
            <a:xfrm>
              <a:off x="10393255" y="3871638"/>
              <a:ext cx="1290638" cy="985838"/>
            </a:xfrm>
            <a:custGeom>
              <a:avLst/>
              <a:gdLst/>
              <a:ahLst/>
              <a:cxnLst/>
              <a:rect l="l" t="t" r="r" b="b"/>
              <a:pathLst>
                <a:path w="489" h="374">
                  <a:moveTo>
                    <a:pt x="0" y="373"/>
                  </a:moveTo>
                  <a:cubicBezTo>
                    <a:pt x="125" y="374"/>
                    <a:pt x="125" y="374"/>
                    <a:pt x="125" y="374"/>
                  </a:cubicBezTo>
                  <a:cubicBezTo>
                    <a:pt x="408" y="331"/>
                    <a:pt x="489" y="88"/>
                    <a:pt x="489" y="88"/>
                  </a:cubicBezTo>
                  <a:cubicBezTo>
                    <a:pt x="192" y="0"/>
                    <a:pt x="7" y="372"/>
                    <a:pt x="0" y="373"/>
                  </a:cubicBezTo>
                  <a:close/>
                </a:path>
              </a:pathLst>
            </a:custGeom>
            <a:solidFill>
              <a:srgbClr val="469E9D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10667892" y="4325663"/>
              <a:ext cx="635000" cy="476250"/>
            </a:xfrm>
            <a:custGeom>
              <a:avLst/>
              <a:gdLst/>
              <a:ahLst/>
              <a:cxnLst/>
              <a:rect l="l" t="t" r="r" b="b"/>
              <a:pathLst>
                <a:path w="241" h="181">
                  <a:moveTo>
                    <a:pt x="241" y="0"/>
                  </a:moveTo>
                  <a:cubicBezTo>
                    <a:pt x="237" y="0"/>
                    <a:pt x="129" y="51"/>
                    <a:pt x="0" y="181"/>
                  </a:cubicBezTo>
                </a:path>
              </a:pathLst>
            </a:custGeom>
            <a:ln w="317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10012255" y="3057250"/>
              <a:ext cx="1476375" cy="1835150"/>
            </a:xfrm>
            <a:custGeom>
              <a:avLst/>
              <a:gdLst/>
              <a:ahLst/>
              <a:cxnLst/>
              <a:rect l="l" t="t" r="r" b="b"/>
              <a:pathLst>
                <a:path w="559" h="696">
                  <a:moveTo>
                    <a:pt x="549" y="232"/>
                  </a:moveTo>
                  <a:cubicBezTo>
                    <a:pt x="489" y="513"/>
                    <a:pt x="99" y="691"/>
                    <a:pt x="98" y="696"/>
                  </a:cubicBezTo>
                  <a:cubicBezTo>
                    <a:pt x="0" y="666"/>
                    <a:pt x="0" y="666"/>
                    <a:pt x="0" y="666"/>
                  </a:cubicBezTo>
                  <a:cubicBezTo>
                    <a:pt x="64" y="181"/>
                    <a:pt x="538" y="0"/>
                    <a:pt x="538" y="0"/>
                  </a:cubicBezTo>
                  <a:cubicBezTo>
                    <a:pt x="553" y="56"/>
                    <a:pt x="559" y="108"/>
                    <a:pt x="557" y="157"/>
                  </a:cubicBezTo>
                  <a:cubicBezTo>
                    <a:pt x="435" y="205"/>
                    <a:pt x="503" y="261"/>
                    <a:pt x="549" y="232"/>
                  </a:cubicBezTo>
                  <a:close/>
                </a:path>
              </a:pathLst>
            </a:custGeom>
            <a:solidFill>
              <a:srgbClr val="55C0B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10182117" y="3308075"/>
              <a:ext cx="1120775" cy="1546225"/>
            </a:xfrm>
            <a:custGeom>
              <a:avLst/>
              <a:gdLst/>
              <a:ahLst/>
              <a:cxnLst/>
              <a:rect l="l" t="t" r="r" b="b"/>
              <a:pathLst>
                <a:path w="425" h="587">
                  <a:moveTo>
                    <a:pt x="425" y="0"/>
                  </a:moveTo>
                  <a:cubicBezTo>
                    <a:pt x="425" y="0"/>
                    <a:pt x="134" y="368"/>
                    <a:pt x="0" y="587"/>
                  </a:cubicBezTo>
                </a:path>
              </a:pathLst>
            </a:custGeom>
            <a:ln w="317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>
              <a:off x="9839217" y="1334813"/>
              <a:ext cx="681038" cy="681038"/>
            </a:xfrm>
            <a:prstGeom prst="ellipse">
              <a:avLst/>
            </a:pr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" name="AutoShape 8"/>
            <p:cNvSpPr/>
            <p:nvPr/>
          </p:nvSpPr>
          <p:spPr>
            <a:xfrm>
              <a:off x="10010667" y="1506263"/>
              <a:ext cx="338138" cy="33496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9" name="AutoShape 9"/>
            <p:cNvSpPr/>
            <p:nvPr/>
          </p:nvSpPr>
          <p:spPr>
            <a:xfrm>
              <a:off x="10082105" y="1253850"/>
              <a:ext cx="196850" cy="133350"/>
            </a:xfrm>
            <a:custGeom>
              <a:avLst/>
              <a:gdLst/>
              <a:ahLst/>
              <a:cxnLst/>
              <a:rect l="l" t="t" r="r" b="b"/>
              <a:pathLst>
                <a:path w="75" h="51">
                  <a:moveTo>
                    <a:pt x="75" y="51"/>
                  </a:moveTo>
                  <a:cubicBezTo>
                    <a:pt x="63" y="5"/>
                    <a:pt x="63" y="5"/>
                    <a:pt x="63" y="5"/>
                  </a:cubicBezTo>
                  <a:cubicBezTo>
                    <a:pt x="62" y="2"/>
                    <a:pt x="59" y="0"/>
                    <a:pt x="56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2" y="2"/>
                    <a:pt x="11" y="5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37" y="49"/>
                    <a:pt x="37" y="49"/>
                    <a:pt x="37" y="49"/>
                  </a:cubicBezTo>
                  <a:lnTo>
                    <a:pt x="75" y="51"/>
                  </a:ln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0" name="AutoShape 10"/>
            <p:cNvSpPr/>
            <p:nvPr/>
          </p:nvSpPr>
          <p:spPr>
            <a:xfrm>
              <a:off x="9839217" y="1334813"/>
              <a:ext cx="207963" cy="207963"/>
            </a:xfrm>
            <a:custGeom>
              <a:avLst/>
              <a:gdLst/>
              <a:ahLst/>
              <a:cxnLst/>
              <a:rect l="l" t="t" r="r" b="b"/>
              <a:pathLst>
                <a:path w="79" h="79">
                  <a:moveTo>
                    <a:pt x="79" y="26"/>
                  </a:moveTo>
                  <a:cubicBezTo>
                    <a:pt x="38" y="2"/>
                    <a:pt x="38" y="2"/>
                    <a:pt x="38" y="2"/>
                  </a:cubicBezTo>
                  <a:cubicBezTo>
                    <a:pt x="35" y="0"/>
                    <a:pt x="31" y="0"/>
                    <a:pt x="29" y="3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0" y="31"/>
                    <a:pt x="0" y="35"/>
                    <a:pt x="1" y="38"/>
                  </a:cubicBezTo>
                  <a:cubicBezTo>
                    <a:pt x="26" y="79"/>
                    <a:pt x="26" y="79"/>
                    <a:pt x="26" y="79"/>
                  </a:cubicBezTo>
                  <a:cubicBezTo>
                    <a:pt x="51" y="51"/>
                    <a:pt x="51" y="51"/>
                    <a:pt x="51" y="51"/>
                  </a:cubicBezTo>
                  <a:lnTo>
                    <a:pt x="79" y="26"/>
                  </a:ln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1" name="AutoShape 11"/>
            <p:cNvSpPr/>
            <p:nvPr/>
          </p:nvSpPr>
          <p:spPr>
            <a:xfrm>
              <a:off x="9756667" y="1577700"/>
              <a:ext cx="134938" cy="198438"/>
            </a:xfrm>
            <a:custGeom>
              <a:avLst/>
              <a:gdLst/>
              <a:ahLst/>
              <a:cxnLst/>
              <a:rect l="l" t="t" r="r" b="b"/>
              <a:pathLst>
                <a:path w="51" h="75">
                  <a:moveTo>
                    <a:pt x="51" y="0"/>
                  </a:moveTo>
                  <a:cubicBezTo>
                    <a:pt x="6" y="11"/>
                    <a:pt x="6" y="11"/>
                    <a:pt x="6" y="11"/>
                  </a:cubicBezTo>
                  <a:cubicBezTo>
                    <a:pt x="2" y="12"/>
                    <a:pt x="0" y="15"/>
                    <a:pt x="0" y="19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0"/>
                    <a:pt x="2" y="63"/>
                    <a:pt x="6" y="63"/>
                  </a:cubicBezTo>
                  <a:cubicBezTo>
                    <a:pt x="51" y="75"/>
                    <a:pt x="51" y="75"/>
                    <a:pt x="51" y="75"/>
                  </a:cubicBezTo>
                  <a:cubicBezTo>
                    <a:pt x="50" y="37"/>
                    <a:pt x="50" y="37"/>
                    <a:pt x="50" y="37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2" name="AutoShape 12"/>
            <p:cNvSpPr/>
            <p:nvPr/>
          </p:nvSpPr>
          <p:spPr>
            <a:xfrm>
              <a:off x="9839217" y="1809475"/>
              <a:ext cx="207963" cy="207963"/>
            </a:xfrm>
            <a:custGeom>
              <a:avLst/>
              <a:gdLst/>
              <a:ahLst/>
              <a:cxnLst/>
              <a:rect l="l" t="t" r="r" b="b"/>
              <a:pathLst>
                <a:path w="79" h="79">
                  <a:moveTo>
                    <a:pt x="26" y="0"/>
                  </a:moveTo>
                  <a:cubicBezTo>
                    <a:pt x="2" y="40"/>
                    <a:pt x="2" y="40"/>
                    <a:pt x="2" y="40"/>
                  </a:cubicBezTo>
                  <a:cubicBezTo>
                    <a:pt x="0" y="43"/>
                    <a:pt x="0" y="47"/>
                    <a:pt x="3" y="50"/>
                  </a:cubicBezTo>
                  <a:cubicBezTo>
                    <a:pt x="14" y="61"/>
                    <a:pt x="14" y="61"/>
                    <a:pt x="14" y="61"/>
                  </a:cubicBezTo>
                  <a:cubicBezTo>
                    <a:pt x="17" y="65"/>
                    <a:pt x="17" y="65"/>
                    <a:pt x="17" y="65"/>
                  </a:cubicBezTo>
                  <a:cubicBezTo>
                    <a:pt x="29" y="76"/>
                    <a:pt x="29" y="76"/>
                    <a:pt x="29" y="76"/>
                  </a:cubicBezTo>
                  <a:cubicBezTo>
                    <a:pt x="32" y="79"/>
                    <a:pt x="35" y="79"/>
                    <a:pt x="38" y="77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51" y="28"/>
                    <a:pt x="51" y="28"/>
                    <a:pt x="51" y="28"/>
                  </a:cubicBezTo>
                  <a:lnTo>
                    <a:pt x="26" y="0"/>
                  </a:ln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3" name="AutoShape 13"/>
            <p:cNvSpPr/>
            <p:nvPr/>
          </p:nvSpPr>
          <p:spPr>
            <a:xfrm>
              <a:off x="10082105" y="1961875"/>
              <a:ext cx="196850" cy="138113"/>
            </a:xfrm>
            <a:custGeom>
              <a:avLst/>
              <a:gdLst/>
              <a:ahLst/>
              <a:cxnLst/>
              <a:rect l="l" t="t" r="r" b="b"/>
              <a:pathLst>
                <a:path w="75" h="52">
                  <a:moveTo>
                    <a:pt x="0" y="0"/>
                  </a:moveTo>
                  <a:cubicBezTo>
                    <a:pt x="12" y="46"/>
                    <a:pt x="12" y="46"/>
                    <a:pt x="12" y="46"/>
                  </a:cubicBezTo>
                  <a:cubicBezTo>
                    <a:pt x="12" y="50"/>
                    <a:pt x="15" y="52"/>
                    <a:pt x="19" y="52"/>
                  </a:cubicBezTo>
                  <a:cubicBezTo>
                    <a:pt x="35" y="52"/>
                    <a:pt x="35" y="52"/>
                    <a:pt x="35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56" y="52"/>
                    <a:pt x="56" y="52"/>
                    <a:pt x="56" y="52"/>
                  </a:cubicBezTo>
                  <a:cubicBezTo>
                    <a:pt x="60" y="52"/>
                    <a:pt x="63" y="50"/>
                    <a:pt x="64" y="46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38" y="2"/>
                    <a:pt x="38" y="2"/>
                    <a:pt x="38" y="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4" name="AutoShape 14"/>
            <p:cNvSpPr/>
            <p:nvPr/>
          </p:nvSpPr>
          <p:spPr>
            <a:xfrm>
              <a:off x="10313880" y="1809475"/>
              <a:ext cx="207963" cy="207963"/>
            </a:xfrm>
            <a:custGeom>
              <a:avLst/>
              <a:gdLst/>
              <a:ahLst/>
              <a:cxnLst/>
              <a:rect l="l" t="t" r="r" b="b"/>
              <a:pathLst>
                <a:path w="79" h="79">
                  <a:moveTo>
                    <a:pt x="0" y="53"/>
                  </a:moveTo>
                  <a:cubicBezTo>
                    <a:pt x="41" y="77"/>
                    <a:pt x="41" y="77"/>
                    <a:pt x="41" y="77"/>
                  </a:cubicBezTo>
                  <a:cubicBezTo>
                    <a:pt x="44" y="79"/>
                    <a:pt x="47" y="78"/>
                    <a:pt x="50" y="76"/>
                  </a:cubicBezTo>
                  <a:cubicBezTo>
                    <a:pt x="62" y="64"/>
                    <a:pt x="62" y="64"/>
                    <a:pt x="62" y="64"/>
                  </a:cubicBezTo>
                  <a:cubicBezTo>
                    <a:pt x="65" y="61"/>
                    <a:pt x="65" y="61"/>
                    <a:pt x="65" y="61"/>
                  </a:cubicBezTo>
                  <a:cubicBezTo>
                    <a:pt x="76" y="50"/>
                    <a:pt x="76" y="50"/>
                    <a:pt x="76" y="50"/>
                  </a:cubicBezTo>
                  <a:cubicBezTo>
                    <a:pt x="79" y="47"/>
                    <a:pt x="79" y="43"/>
                    <a:pt x="77" y="4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28" y="28"/>
                    <a:pt x="28" y="28"/>
                    <a:pt x="28" y="28"/>
                  </a:cubicBezTo>
                  <a:lnTo>
                    <a:pt x="0" y="53"/>
                  </a:ln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5" name="AutoShape 15"/>
            <p:cNvSpPr/>
            <p:nvPr/>
          </p:nvSpPr>
          <p:spPr>
            <a:xfrm>
              <a:off x="10466280" y="1577700"/>
              <a:ext cx="138113" cy="195263"/>
            </a:xfrm>
            <a:custGeom>
              <a:avLst/>
              <a:gdLst/>
              <a:ahLst/>
              <a:cxnLst/>
              <a:rect l="l" t="t" r="r" b="b"/>
              <a:pathLst>
                <a:path w="52" h="74">
                  <a:moveTo>
                    <a:pt x="0" y="74"/>
                  </a:moveTo>
                  <a:cubicBezTo>
                    <a:pt x="46" y="63"/>
                    <a:pt x="46" y="63"/>
                    <a:pt x="46" y="63"/>
                  </a:cubicBezTo>
                  <a:cubicBezTo>
                    <a:pt x="50" y="62"/>
                    <a:pt x="52" y="59"/>
                    <a:pt x="52" y="56"/>
                  </a:cubicBezTo>
                  <a:cubicBezTo>
                    <a:pt x="52" y="39"/>
                    <a:pt x="52" y="39"/>
                    <a:pt x="52" y="39"/>
                  </a:cubicBezTo>
                  <a:cubicBezTo>
                    <a:pt x="52" y="35"/>
                    <a:pt x="52" y="35"/>
                    <a:pt x="52" y="35"/>
                  </a:cubicBezTo>
                  <a:cubicBezTo>
                    <a:pt x="52" y="19"/>
                    <a:pt x="52" y="19"/>
                    <a:pt x="52" y="19"/>
                  </a:cubicBezTo>
                  <a:cubicBezTo>
                    <a:pt x="52" y="15"/>
                    <a:pt x="50" y="12"/>
                    <a:pt x="46" y="1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37"/>
                    <a:pt x="2" y="37"/>
                    <a:pt x="2" y="37"/>
                  </a:cubicBezTo>
                  <a:lnTo>
                    <a:pt x="0" y="74"/>
                  </a:ln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6" name="AutoShape 16"/>
            <p:cNvSpPr/>
            <p:nvPr/>
          </p:nvSpPr>
          <p:spPr>
            <a:xfrm>
              <a:off x="10313880" y="1331638"/>
              <a:ext cx="207963" cy="209550"/>
            </a:xfrm>
            <a:custGeom>
              <a:avLst/>
              <a:gdLst/>
              <a:ahLst/>
              <a:cxnLst/>
              <a:rect l="l" t="t" r="r" b="b"/>
              <a:pathLst>
                <a:path w="79" h="79">
                  <a:moveTo>
                    <a:pt x="53" y="79"/>
                  </a:moveTo>
                  <a:cubicBezTo>
                    <a:pt x="77" y="39"/>
                    <a:pt x="77" y="39"/>
                    <a:pt x="77" y="39"/>
                  </a:cubicBezTo>
                  <a:cubicBezTo>
                    <a:pt x="79" y="36"/>
                    <a:pt x="79" y="32"/>
                    <a:pt x="76" y="30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1" y="15"/>
                    <a:pt x="61" y="15"/>
                    <a:pt x="61" y="15"/>
                  </a:cubicBezTo>
                  <a:cubicBezTo>
                    <a:pt x="50" y="3"/>
                    <a:pt x="50" y="3"/>
                    <a:pt x="50" y="3"/>
                  </a:cubicBezTo>
                  <a:cubicBezTo>
                    <a:pt x="47" y="1"/>
                    <a:pt x="43" y="0"/>
                    <a:pt x="40" y="2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28" y="52"/>
                    <a:pt x="28" y="52"/>
                    <a:pt x="28" y="52"/>
                  </a:cubicBezTo>
                  <a:lnTo>
                    <a:pt x="53" y="79"/>
                  </a:ln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7" name="AutoShape 17"/>
            <p:cNvSpPr/>
            <p:nvPr/>
          </p:nvSpPr>
          <p:spPr>
            <a:xfrm>
              <a:off x="6218130" y="1961875"/>
              <a:ext cx="1104900" cy="1103313"/>
            </a:xfrm>
            <a:custGeom>
              <a:avLst/>
              <a:gdLst/>
              <a:ahLst/>
              <a:cxnLst/>
              <a:rect l="l" t="t" r="r" b="b"/>
              <a:pathLst>
                <a:path w="696" h="695">
                  <a:moveTo>
                    <a:pt x="696" y="520"/>
                  </a:moveTo>
                  <a:lnTo>
                    <a:pt x="176" y="695"/>
                  </a:lnTo>
                  <a:lnTo>
                    <a:pt x="0" y="175"/>
                  </a:lnTo>
                  <a:lnTo>
                    <a:pt x="520" y="0"/>
                  </a:lnTo>
                  <a:lnTo>
                    <a:pt x="696" y="520"/>
                  </a:ln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8" name="AutoShape 18"/>
            <p:cNvSpPr/>
            <p:nvPr/>
          </p:nvSpPr>
          <p:spPr>
            <a:xfrm>
              <a:off x="6370530" y="2115863"/>
              <a:ext cx="800100" cy="795338"/>
            </a:xfrm>
            <a:custGeom>
              <a:avLst/>
              <a:gdLst/>
              <a:ahLst/>
              <a:cxnLst/>
              <a:rect l="l" t="t" r="r" b="b"/>
              <a:pathLst>
                <a:path w="503" h="501">
                  <a:moveTo>
                    <a:pt x="376" y="0"/>
                  </a:moveTo>
                  <a:lnTo>
                    <a:pt x="504" y="375"/>
                  </a:lnTo>
                  <a:lnTo>
                    <a:pt x="128" y="501"/>
                  </a:lnTo>
                  <a:lnTo>
                    <a:pt x="0" y="126"/>
                  </a:lnTo>
                  <a:lnTo>
                    <a:pt x="376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9" name="AutoShape 19"/>
            <p:cNvSpPr/>
            <p:nvPr/>
          </p:nvSpPr>
          <p:spPr>
            <a:xfrm>
              <a:off x="6537217" y="2427013"/>
              <a:ext cx="633413" cy="484188"/>
            </a:xfrm>
            <a:custGeom>
              <a:avLst/>
              <a:gdLst/>
              <a:ahLst/>
              <a:cxnLst/>
              <a:rect l="l" t="t" r="r" b="b"/>
              <a:pathLst>
                <a:path w="240" h="184">
                  <a:moveTo>
                    <a:pt x="222" y="55"/>
                  </a:moveTo>
                  <a:cubicBezTo>
                    <a:pt x="240" y="108"/>
                    <a:pt x="240" y="108"/>
                    <a:pt x="240" y="108"/>
                  </a:cubicBezTo>
                  <a:cubicBezTo>
                    <a:pt x="14" y="184"/>
                    <a:pt x="14" y="184"/>
                    <a:pt x="14" y="184"/>
                  </a:cubicBezTo>
                  <a:cubicBezTo>
                    <a:pt x="0" y="144"/>
                    <a:pt x="0" y="144"/>
                    <a:pt x="0" y="144"/>
                  </a:cubicBezTo>
                  <a:cubicBezTo>
                    <a:pt x="50" y="122"/>
                    <a:pt x="23" y="85"/>
                    <a:pt x="64" y="85"/>
                  </a:cubicBezTo>
                  <a:cubicBezTo>
                    <a:pt x="139" y="85"/>
                    <a:pt x="101" y="51"/>
                    <a:pt x="123" y="26"/>
                  </a:cubicBezTo>
                  <a:cubicBezTo>
                    <a:pt x="145" y="0"/>
                    <a:pt x="198" y="19"/>
                    <a:pt x="222" y="55"/>
                  </a:cubicBezTo>
                  <a:close/>
                </a:path>
              </a:pathLst>
            </a:custGeom>
            <a:solidFill>
              <a:srgbClr val="55C0B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0" name="AutoShape 20"/>
            <p:cNvSpPr/>
            <p:nvPr/>
          </p:nvSpPr>
          <p:spPr>
            <a:xfrm>
              <a:off x="6486417" y="2339700"/>
              <a:ext cx="182563" cy="184150"/>
            </a:xfrm>
            <a:custGeom>
              <a:avLst/>
              <a:gdLst/>
              <a:ahLst/>
              <a:cxnLst/>
              <a:rect l="l" t="t" r="r" b="b"/>
              <a:pathLst>
                <a:path w="69" h="70">
                  <a:moveTo>
                    <a:pt x="45" y="64"/>
                  </a:moveTo>
                  <a:cubicBezTo>
                    <a:pt x="61" y="59"/>
                    <a:pt x="69" y="41"/>
                    <a:pt x="64" y="25"/>
                  </a:cubicBezTo>
                  <a:cubicBezTo>
                    <a:pt x="58" y="9"/>
                    <a:pt x="41" y="0"/>
                    <a:pt x="25" y="6"/>
                  </a:cubicBezTo>
                  <a:cubicBezTo>
                    <a:pt x="9" y="11"/>
                    <a:pt x="0" y="29"/>
                    <a:pt x="5" y="45"/>
                  </a:cubicBezTo>
                  <a:cubicBezTo>
                    <a:pt x="11" y="61"/>
                    <a:pt x="28" y="70"/>
                    <a:pt x="45" y="64"/>
                  </a:cubicBezTo>
                  <a:close/>
                </a:path>
              </a:pathLst>
            </a:custGeom>
            <a:solidFill>
              <a:srgbClr val="F3C700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1" name="AutoShape 21"/>
            <p:cNvSpPr/>
            <p:nvPr/>
          </p:nvSpPr>
          <p:spPr>
            <a:xfrm>
              <a:off x="5429142" y="3463650"/>
              <a:ext cx="1223963" cy="1222375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2" name="AutoShape 22"/>
            <p:cNvSpPr/>
            <p:nvPr/>
          </p:nvSpPr>
          <p:spPr>
            <a:xfrm>
              <a:off x="5737117" y="3773213"/>
              <a:ext cx="608013" cy="604838"/>
            </a:xfrm>
            <a:prstGeom prst="ellipse">
              <a:avLst/>
            </a:prstGeom>
            <a:solidFill>
              <a:srgbClr val="EBEE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3" name="AutoShape 23"/>
            <p:cNvSpPr/>
            <p:nvPr/>
          </p:nvSpPr>
          <p:spPr>
            <a:xfrm>
              <a:off x="5864117" y="3317600"/>
              <a:ext cx="354013" cy="246063"/>
            </a:xfrm>
            <a:custGeom>
              <a:avLst/>
              <a:gdLst/>
              <a:ahLst/>
              <a:cxnLst/>
              <a:rect l="l" t="t" r="r" b="b"/>
              <a:pathLst>
                <a:path w="134" h="93">
                  <a:moveTo>
                    <a:pt x="134" y="93"/>
                  </a:moveTo>
                  <a:cubicBezTo>
                    <a:pt x="114" y="10"/>
                    <a:pt x="114" y="10"/>
                    <a:pt x="114" y="10"/>
                  </a:cubicBezTo>
                  <a:cubicBezTo>
                    <a:pt x="113" y="4"/>
                    <a:pt x="107" y="0"/>
                    <a:pt x="101" y="0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8" y="0"/>
                    <a:pt x="22" y="4"/>
                    <a:pt x="21" y="10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67" y="89"/>
                    <a:pt x="67" y="89"/>
                    <a:pt x="67" y="89"/>
                  </a:cubicBezTo>
                  <a:lnTo>
                    <a:pt x="134" y="9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4" name="AutoShape 24"/>
            <p:cNvSpPr/>
            <p:nvPr/>
          </p:nvSpPr>
          <p:spPr>
            <a:xfrm>
              <a:off x="5425967" y="3465238"/>
              <a:ext cx="374650" cy="374650"/>
            </a:xfrm>
            <a:custGeom>
              <a:avLst/>
              <a:gdLst/>
              <a:ahLst/>
              <a:cxnLst/>
              <a:rect l="l" t="t" r="r" b="b"/>
              <a:pathLst>
                <a:path w="142" h="142">
                  <a:moveTo>
                    <a:pt x="142" y="47"/>
                  </a:moveTo>
                  <a:cubicBezTo>
                    <a:pt x="70" y="3"/>
                    <a:pt x="70" y="3"/>
                    <a:pt x="70" y="3"/>
                  </a:cubicBezTo>
                  <a:cubicBezTo>
                    <a:pt x="64" y="0"/>
                    <a:pt x="57" y="0"/>
                    <a:pt x="53" y="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26" y="31"/>
                    <a:pt x="26" y="31"/>
                    <a:pt x="26" y="31"/>
                  </a:cubicBezTo>
                  <a:cubicBezTo>
                    <a:pt x="5" y="52"/>
                    <a:pt x="5" y="52"/>
                    <a:pt x="5" y="52"/>
                  </a:cubicBezTo>
                  <a:cubicBezTo>
                    <a:pt x="1" y="57"/>
                    <a:pt x="0" y="64"/>
                    <a:pt x="3" y="69"/>
                  </a:cubicBezTo>
                  <a:cubicBezTo>
                    <a:pt x="47" y="142"/>
                    <a:pt x="47" y="142"/>
                    <a:pt x="47" y="142"/>
                  </a:cubicBezTo>
                  <a:cubicBezTo>
                    <a:pt x="92" y="92"/>
                    <a:pt x="92" y="92"/>
                    <a:pt x="92" y="92"/>
                  </a:cubicBezTo>
                  <a:lnTo>
                    <a:pt x="142" y="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5" name="AutoShape 25"/>
            <p:cNvSpPr/>
            <p:nvPr/>
          </p:nvSpPr>
          <p:spPr>
            <a:xfrm>
              <a:off x="5281505" y="3903388"/>
              <a:ext cx="244475" cy="352425"/>
            </a:xfrm>
            <a:custGeom>
              <a:avLst/>
              <a:gdLst/>
              <a:ahLst/>
              <a:cxnLst/>
              <a:rect l="l" t="t" r="r" b="b"/>
              <a:pathLst>
                <a:path w="93" h="134">
                  <a:moveTo>
                    <a:pt x="93" y="0"/>
                  </a:moveTo>
                  <a:cubicBezTo>
                    <a:pt x="10" y="20"/>
                    <a:pt x="10" y="20"/>
                    <a:pt x="10" y="20"/>
                  </a:cubicBezTo>
                  <a:cubicBezTo>
                    <a:pt x="4" y="22"/>
                    <a:pt x="0" y="27"/>
                    <a:pt x="0" y="34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7"/>
                    <a:pt x="4" y="112"/>
                    <a:pt x="10" y="114"/>
                  </a:cubicBezTo>
                  <a:cubicBezTo>
                    <a:pt x="93" y="134"/>
                    <a:pt x="93" y="134"/>
                    <a:pt x="93" y="134"/>
                  </a:cubicBezTo>
                  <a:cubicBezTo>
                    <a:pt x="89" y="67"/>
                    <a:pt x="89" y="67"/>
                    <a:pt x="89" y="67"/>
                  </a:cubicBezTo>
                  <a:lnTo>
                    <a:pt x="93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6" name="AutoShape 26"/>
            <p:cNvSpPr/>
            <p:nvPr/>
          </p:nvSpPr>
          <p:spPr>
            <a:xfrm>
              <a:off x="5429142" y="4319313"/>
              <a:ext cx="374650" cy="374650"/>
            </a:xfrm>
            <a:custGeom>
              <a:avLst/>
              <a:gdLst/>
              <a:ahLst/>
              <a:cxnLst/>
              <a:rect l="l" t="t" r="r" b="b"/>
              <a:pathLst>
                <a:path w="142" h="142">
                  <a:moveTo>
                    <a:pt x="47" y="0"/>
                  </a:moveTo>
                  <a:cubicBezTo>
                    <a:pt x="3" y="73"/>
                    <a:pt x="3" y="73"/>
                    <a:pt x="3" y="73"/>
                  </a:cubicBezTo>
                  <a:cubicBezTo>
                    <a:pt x="0" y="78"/>
                    <a:pt x="0" y="85"/>
                    <a:pt x="5" y="90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31" y="116"/>
                    <a:pt x="31" y="116"/>
                    <a:pt x="31" y="116"/>
                  </a:cubicBezTo>
                  <a:cubicBezTo>
                    <a:pt x="52" y="137"/>
                    <a:pt x="52" y="137"/>
                    <a:pt x="52" y="137"/>
                  </a:cubicBezTo>
                  <a:cubicBezTo>
                    <a:pt x="57" y="141"/>
                    <a:pt x="64" y="142"/>
                    <a:pt x="69" y="139"/>
                  </a:cubicBezTo>
                  <a:cubicBezTo>
                    <a:pt x="142" y="95"/>
                    <a:pt x="142" y="95"/>
                    <a:pt x="142" y="95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4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7" name="AutoShape 27"/>
            <p:cNvSpPr/>
            <p:nvPr/>
          </p:nvSpPr>
          <p:spPr>
            <a:xfrm>
              <a:off x="5867292" y="4597125"/>
              <a:ext cx="354013" cy="244475"/>
            </a:xfrm>
            <a:custGeom>
              <a:avLst/>
              <a:gdLst/>
              <a:ahLst/>
              <a:cxnLst/>
              <a:rect l="l" t="t" r="r" b="b"/>
              <a:pathLst>
                <a:path w="134" h="93">
                  <a:moveTo>
                    <a:pt x="0" y="0"/>
                  </a:moveTo>
                  <a:cubicBezTo>
                    <a:pt x="20" y="82"/>
                    <a:pt x="20" y="82"/>
                    <a:pt x="20" y="82"/>
                  </a:cubicBezTo>
                  <a:cubicBezTo>
                    <a:pt x="22" y="88"/>
                    <a:pt x="27" y="93"/>
                    <a:pt x="33" y="93"/>
                  </a:cubicBezTo>
                  <a:cubicBezTo>
                    <a:pt x="63" y="93"/>
                    <a:pt x="63" y="93"/>
                    <a:pt x="63" y="93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100" y="93"/>
                    <a:pt x="100" y="93"/>
                    <a:pt x="100" y="93"/>
                  </a:cubicBezTo>
                  <a:cubicBezTo>
                    <a:pt x="107" y="93"/>
                    <a:pt x="112" y="88"/>
                    <a:pt x="114" y="82"/>
                  </a:cubicBezTo>
                  <a:cubicBezTo>
                    <a:pt x="134" y="0"/>
                    <a:pt x="134" y="0"/>
                    <a:pt x="134" y="0"/>
                  </a:cubicBezTo>
                  <a:cubicBezTo>
                    <a:pt x="67" y="3"/>
                    <a:pt x="67" y="3"/>
                    <a:pt x="67" y="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8" name="AutoShape 28"/>
            <p:cNvSpPr/>
            <p:nvPr/>
          </p:nvSpPr>
          <p:spPr>
            <a:xfrm>
              <a:off x="6283217" y="4319313"/>
              <a:ext cx="376238" cy="374650"/>
            </a:xfrm>
            <a:custGeom>
              <a:avLst/>
              <a:gdLst/>
              <a:ahLst/>
              <a:cxnLst/>
              <a:rect l="l" t="t" r="r" b="b"/>
              <a:pathLst>
                <a:path w="142" h="142">
                  <a:moveTo>
                    <a:pt x="0" y="94"/>
                  </a:moveTo>
                  <a:cubicBezTo>
                    <a:pt x="73" y="138"/>
                    <a:pt x="73" y="138"/>
                    <a:pt x="73" y="138"/>
                  </a:cubicBezTo>
                  <a:cubicBezTo>
                    <a:pt x="78" y="142"/>
                    <a:pt x="85" y="141"/>
                    <a:pt x="89" y="136"/>
                  </a:cubicBezTo>
                  <a:cubicBezTo>
                    <a:pt x="110" y="116"/>
                    <a:pt x="110" y="116"/>
                    <a:pt x="110" y="116"/>
                  </a:cubicBezTo>
                  <a:cubicBezTo>
                    <a:pt x="116" y="110"/>
                    <a:pt x="116" y="110"/>
                    <a:pt x="116" y="110"/>
                  </a:cubicBezTo>
                  <a:cubicBezTo>
                    <a:pt x="137" y="89"/>
                    <a:pt x="137" y="89"/>
                    <a:pt x="137" y="89"/>
                  </a:cubicBezTo>
                  <a:cubicBezTo>
                    <a:pt x="141" y="85"/>
                    <a:pt x="142" y="78"/>
                    <a:pt x="139" y="72"/>
                  </a:cubicBezTo>
                  <a:cubicBezTo>
                    <a:pt x="95" y="0"/>
                    <a:pt x="95" y="0"/>
                    <a:pt x="95" y="0"/>
                  </a:cubicBezTo>
                  <a:cubicBezTo>
                    <a:pt x="50" y="49"/>
                    <a:pt x="50" y="49"/>
                    <a:pt x="50" y="49"/>
                  </a:cubicBezTo>
                  <a:lnTo>
                    <a:pt x="0" y="9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9" name="AutoShape 29"/>
            <p:cNvSpPr/>
            <p:nvPr/>
          </p:nvSpPr>
          <p:spPr>
            <a:xfrm>
              <a:off x="6561030" y="3900213"/>
              <a:ext cx="242888" cy="354013"/>
            </a:xfrm>
            <a:custGeom>
              <a:avLst/>
              <a:gdLst/>
              <a:ahLst/>
              <a:cxnLst/>
              <a:rect l="l" t="t" r="r" b="b"/>
              <a:pathLst>
                <a:path w="92" h="134">
                  <a:moveTo>
                    <a:pt x="0" y="134"/>
                  </a:moveTo>
                  <a:cubicBezTo>
                    <a:pt x="82" y="114"/>
                    <a:pt x="82" y="114"/>
                    <a:pt x="82" y="114"/>
                  </a:cubicBezTo>
                  <a:cubicBezTo>
                    <a:pt x="88" y="113"/>
                    <a:pt x="92" y="107"/>
                    <a:pt x="92" y="101"/>
                  </a:cubicBezTo>
                  <a:cubicBezTo>
                    <a:pt x="92" y="71"/>
                    <a:pt x="92" y="71"/>
                    <a:pt x="92" y="71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2" y="28"/>
                    <a:pt x="88" y="22"/>
                    <a:pt x="82" y="2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" y="67"/>
                    <a:pt x="3" y="67"/>
                    <a:pt x="3" y="67"/>
                  </a:cubicBezTo>
                  <a:lnTo>
                    <a:pt x="0" y="1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0" name="AutoShape 30"/>
            <p:cNvSpPr/>
            <p:nvPr/>
          </p:nvSpPr>
          <p:spPr>
            <a:xfrm>
              <a:off x="6283217" y="3463650"/>
              <a:ext cx="376238" cy="373063"/>
            </a:xfrm>
            <a:custGeom>
              <a:avLst/>
              <a:gdLst/>
              <a:ahLst/>
              <a:cxnLst/>
              <a:rect l="l" t="t" r="r" b="b"/>
              <a:pathLst>
                <a:path w="142" h="142">
                  <a:moveTo>
                    <a:pt x="94" y="142"/>
                  </a:moveTo>
                  <a:cubicBezTo>
                    <a:pt x="138" y="70"/>
                    <a:pt x="138" y="70"/>
                    <a:pt x="138" y="70"/>
                  </a:cubicBezTo>
                  <a:cubicBezTo>
                    <a:pt x="142" y="64"/>
                    <a:pt x="141" y="57"/>
                    <a:pt x="136" y="53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0" y="26"/>
                    <a:pt x="110" y="26"/>
                    <a:pt x="110" y="2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5" y="1"/>
                    <a:pt x="78" y="0"/>
                    <a:pt x="72" y="4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49" y="93"/>
                    <a:pt x="49" y="93"/>
                    <a:pt x="49" y="93"/>
                  </a:cubicBezTo>
                  <a:lnTo>
                    <a:pt x="94" y="1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1" name="AutoShape 31"/>
            <p:cNvSpPr/>
            <p:nvPr/>
          </p:nvSpPr>
          <p:spPr>
            <a:xfrm>
              <a:off x="7408755" y="2452413"/>
              <a:ext cx="165100" cy="166688"/>
            </a:xfrm>
            <a:prstGeom prst="ellipse">
              <a:avLst/>
            </a:prstGeom>
            <a:ln w="317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32" name="AutoShape 32"/>
            <p:cNvSpPr/>
            <p:nvPr/>
          </p:nvSpPr>
          <p:spPr>
            <a:xfrm flipH="1">
              <a:off x="5281505" y="3697013"/>
              <a:ext cx="0" cy="119063"/>
            </a:xfrm>
            <a:prstGeom prst="line">
              <a:avLst/>
            </a:prstGeom>
            <a:ln w="317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33" name="AutoShape 33"/>
            <p:cNvSpPr/>
            <p:nvPr/>
          </p:nvSpPr>
          <p:spPr>
            <a:xfrm flipH="1">
              <a:off x="5221180" y="3755750"/>
              <a:ext cx="117475" cy="0"/>
            </a:xfrm>
            <a:prstGeom prst="line">
              <a:avLst/>
            </a:prstGeom>
            <a:ln w="317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34" name="AutoShape 34"/>
            <p:cNvSpPr/>
            <p:nvPr/>
          </p:nvSpPr>
          <p:spPr>
            <a:xfrm flipH="1">
              <a:off x="9521717" y="1901550"/>
              <a:ext cx="0" cy="122238"/>
            </a:xfrm>
            <a:prstGeom prst="line">
              <a:avLst/>
            </a:prstGeom>
            <a:ln w="317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35" name="AutoShape 35"/>
            <p:cNvSpPr/>
            <p:nvPr/>
          </p:nvSpPr>
          <p:spPr>
            <a:xfrm flipH="1">
              <a:off x="9461392" y="1961875"/>
              <a:ext cx="120650" cy="0"/>
            </a:xfrm>
            <a:prstGeom prst="line">
              <a:avLst/>
            </a:prstGeom>
            <a:ln w="317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36" name="AutoShape 36"/>
            <p:cNvSpPr/>
            <p:nvPr/>
          </p:nvSpPr>
          <p:spPr>
            <a:xfrm>
              <a:off x="8199330" y="1318938"/>
              <a:ext cx="892175" cy="287338"/>
            </a:xfrm>
            <a:custGeom>
              <a:avLst/>
              <a:gdLst/>
              <a:ahLst/>
              <a:cxnLst/>
              <a:rect l="l" t="t" r="r" b="b"/>
              <a:pathLst>
                <a:path w="338" h="109">
                  <a:moveTo>
                    <a:pt x="312" y="109"/>
                  </a:moveTo>
                  <a:cubicBezTo>
                    <a:pt x="306" y="109"/>
                    <a:pt x="300" y="107"/>
                    <a:pt x="295" y="102"/>
                  </a:cubicBezTo>
                  <a:cubicBezTo>
                    <a:pt x="260" y="67"/>
                    <a:pt x="214" y="48"/>
                    <a:pt x="165" y="48"/>
                  </a:cubicBezTo>
                  <a:cubicBezTo>
                    <a:pt x="120" y="48"/>
                    <a:pt x="76" y="65"/>
                    <a:pt x="42" y="96"/>
                  </a:cubicBezTo>
                  <a:cubicBezTo>
                    <a:pt x="33" y="105"/>
                    <a:pt x="17" y="104"/>
                    <a:pt x="8" y="94"/>
                  </a:cubicBezTo>
                  <a:cubicBezTo>
                    <a:pt x="0" y="84"/>
                    <a:pt x="0" y="69"/>
                    <a:pt x="10" y="60"/>
                  </a:cubicBezTo>
                  <a:cubicBezTo>
                    <a:pt x="53" y="22"/>
                    <a:pt x="108" y="0"/>
                    <a:pt x="165" y="0"/>
                  </a:cubicBezTo>
                  <a:cubicBezTo>
                    <a:pt x="227" y="0"/>
                    <a:pt x="285" y="24"/>
                    <a:pt x="329" y="68"/>
                  </a:cubicBezTo>
                  <a:cubicBezTo>
                    <a:pt x="338" y="78"/>
                    <a:pt x="338" y="93"/>
                    <a:pt x="329" y="102"/>
                  </a:cubicBezTo>
                  <a:cubicBezTo>
                    <a:pt x="324" y="107"/>
                    <a:pt x="318" y="109"/>
                    <a:pt x="312" y="109"/>
                  </a:cubicBezTo>
                  <a:close/>
                </a:path>
              </a:pathLst>
            </a:custGeom>
            <a:solidFill>
              <a:srgbClr val="EBEE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7" name="AutoShape 37"/>
            <p:cNvSpPr/>
            <p:nvPr/>
          </p:nvSpPr>
          <p:spPr>
            <a:xfrm>
              <a:off x="8350142" y="1561825"/>
              <a:ext cx="569913" cy="222250"/>
            </a:xfrm>
            <a:custGeom>
              <a:avLst/>
              <a:gdLst/>
              <a:ahLst/>
              <a:cxnLst/>
              <a:rect l="l" t="t" r="r" b="b"/>
              <a:pathLst>
                <a:path w="216" h="84">
                  <a:moveTo>
                    <a:pt x="26" y="81"/>
                  </a:moveTo>
                  <a:cubicBezTo>
                    <a:pt x="20" y="81"/>
                    <a:pt x="14" y="79"/>
                    <a:pt x="9" y="74"/>
                  </a:cubicBezTo>
                  <a:cubicBezTo>
                    <a:pt x="0" y="65"/>
                    <a:pt x="0" y="50"/>
                    <a:pt x="9" y="41"/>
                  </a:cubicBezTo>
                  <a:cubicBezTo>
                    <a:pt x="36" y="14"/>
                    <a:pt x="71" y="0"/>
                    <a:pt x="108" y="0"/>
                  </a:cubicBezTo>
                  <a:cubicBezTo>
                    <a:pt x="145" y="0"/>
                    <a:pt x="180" y="14"/>
                    <a:pt x="207" y="40"/>
                  </a:cubicBezTo>
                  <a:cubicBezTo>
                    <a:pt x="216" y="50"/>
                    <a:pt x="216" y="65"/>
                    <a:pt x="207" y="74"/>
                  </a:cubicBezTo>
                  <a:cubicBezTo>
                    <a:pt x="198" y="84"/>
                    <a:pt x="182" y="84"/>
                    <a:pt x="173" y="74"/>
                  </a:cubicBezTo>
                  <a:cubicBezTo>
                    <a:pt x="156" y="57"/>
                    <a:pt x="133" y="48"/>
                    <a:pt x="108" y="48"/>
                  </a:cubicBezTo>
                  <a:cubicBezTo>
                    <a:pt x="84" y="48"/>
                    <a:pt x="61" y="57"/>
                    <a:pt x="43" y="74"/>
                  </a:cubicBezTo>
                  <a:cubicBezTo>
                    <a:pt x="39" y="79"/>
                    <a:pt x="32" y="81"/>
                    <a:pt x="26" y="81"/>
                  </a:cubicBezTo>
                  <a:close/>
                </a:path>
              </a:pathLst>
            </a:custGeom>
            <a:solidFill>
              <a:srgbClr val="EBEE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8" name="AutoShape 38"/>
            <p:cNvSpPr/>
            <p:nvPr/>
          </p:nvSpPr>
          <p:spPr>
            <a:xfrm>
              <a:off x="8542230" y="1812650"/>
              <a:ext cx="188913" cy="187325"/>
            </a:xfrm>
            <a:prstGeom prst="ellipse">
              <a:avLst/>
            </a:prstGeom>
            <a:solidFill>
              <a:srgbClr val="EBEE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9" name="AutoShape 39"/>
            <p:cNvSpPr/>
            <p:nvPr/>
          </p:nvSpPr>
          <p:spPr>
            <a:xfrm>
              <a:off x="7408755" y="1809475"/>
              <a:ext cx="195263" cy="195263"/>
            </a:xfrm>
            <a:prstGeom prst="ellipse">
              <a:avLst/>
            </a:prstGeom>
            <a:solidFill>
              <a:srgbClr val="F3C700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0" name="AutoShape 40"/>
            <p:cNvSpPr/>
            <p:nvPr/>
          </p:nvSpPr>
          <p:spPr>
            <a:xfrm>
              <a:off x="7700855" y="1806300"/>
              <a:ext cx="195263" cy="193675"/>
            </a:xfrm>
            <a:prstGeom prst="ellipse">
              <a:avLst/>
            </a:prstGeom>
            <a:solidFill>
              <a:srgbClr val="55C0B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1" name="AutoShape 41"/>
            <p:cNvSpPr/>
            <p:nvPr/>
          </p:nvSpPr>
          <p:spPr>
            <a:xfrm>
              <a:off x="7994542" y="1809475"/>
              <a:ext cx="195263" cy="195263"/>
            </a:xfrm>
            <a:prstGeom prst="ellipse">
              <a:avLst/>
            </a:prstGeom>
            <a:solidFill>
              <a:srgbClr val="D64D8B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2" name="AutoShape 42"/>
            <p:cNvSpPr/>
            <p:nvPr/>
          </p:nvSpPr>
          <p:spPr>
            <a:xfrm>
              <a:off x="5776805" y="3173138"/>
              <a:ext cx="1114425" cy="1389063"/>
            </a:xfrm>
            <a:custGeom>
              <a:avLst/>
              <a:gdLst/>
              <a:ahLst/>
              <a:cxnLst/>
              <a:rect l="l" t="t" r="r" b="b"/>
              <a:pathLst>
                <a:path w="422" h="527">
                  <a:moveTo>
                    <a:pt x="340" y="489"/>
                  </a:moveTo>
                  <a:cubicBezTo>
                    <a:pt x="238" y="527"/>
                    <a:pt x="238" y="527"/>
                    <a:pt x="238" y="527"/>
                  </a:cubicBezTo>
                  <a:cubicBezTo>
                    <a:pt x="0" y="272"/>
                    <a:pt x="140" y="0"/>
                    <a:pt x="140" y="0"/>
                  </a:cubicBezTo>
                  <a:cubicBezTo>
                    <a:pt x="177" y="18"/>
                    <a:pt x="208" y="38"/>
                    <a:pt x="234" y="61"/>
                  </a:cubicBezTo>
                  <a:cubicBezTo>
                    <a:pt x="204" y="93"/>
                    <a:pt x="217" y="118"/>
                    <a:pt x="236" y="127"/>
                  </a:cubicBezTo>
                  <a:cubicBezTo>
                    <a:pt x="253" y="135"/>
                    <a:pt x="268" y="124"/>
                    <a:pt x="272" y="100"/>
                  </a:cubicBezTo>
                  <a:cubicBezTo>
                    <a:pt x="422" y="280"/>
                    <a:pt x="335" y="484"/>
                    <a:pt x="340" y="489"/>
                  </a:cubicBezTo>
                  <a:close/>
                </a:path>
              </a:pathLst>
            </a:custGeom>
            <a:solidFill>
              <a:srgbClr val="55C0B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3" name="AutoShape 43"/>
            <p:cNvSpPr/>
            <p:nvPr/>
          </p:nvSpPr>
          <p:spPr>
            <a:xfrm>
              <a:off x="6245117" y="3576363"/>
              <a:ext cx="203200" cy="663575"/>
            </a:xfrm>
            <a:custGeom>
              <a:avLst/>
              <a:gdLst/>
              <a:ahLst/>
              <a:cxnLst/>
              <a:rect l="l" t="t" r="r" b="b"/>
              <a:pathLst>
                <a:path w="77" h="251">
                  <a:moveTo>
                    <a:pt x="0" y="0"/>
                  </a:moveTo>
                  <a:cubicBezTo>
                    <a:pt x="0" y="0"/>
                    <a:pt x="1" y="94"/>
                    <a:pt x="77" y="252"/>
                  </a:cubicBezTo>
                </a:path>
              </a:pathLst>
            </a:custGeom>
            <a:ln w="317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4" name="AutoShape 44"/>
            <p:cNvSpPr/>
            <p:nvPr/>
          </p:nvSpPr>
          <p:spPr>
            <a:xfrm>
              <a:off x="5525980" y="3935138"/>
              <a:ext cx="950913" cy="882650"/>
            </a:xfrm>
            <a:custGeom>
              <a:avLst/>
              <a:gdLst/>
              <a:ahLst/>
              <a:cxnLst/>
              <a:rect l="l" t="t" r="r" b="b"/>
              <a:pathLst>
                <a:path w="360" h="335">
                  <a:moveTo>
                    <a:pt x="360" y="318"/>
                  </a:moveTo>
                  <a:cubicBezTo>
                    <a:pt x="277" y="335"/>
                    <a:pt x="277" y="335"/>
                    <a:pt x="277" y="335"/>
                  </a:cubicBezTo>
                  <a:cubicBezTo>
                    <a:pt x="8" y="248"/>
                    <a:pt x="0" y="2"/>
                    <a:pt x="0" y="2"/>
                  </a:cubicBezTo>
                  <a:cubicBezTo>
                    <a:pt x="33" y="0"/>
                    <a:pt x="63" y="2"/>
                    <a:pt x="90" y="8"/>
                  </a:cubicBezTo>
                  <a:cubicBezTo>
                    <a:pt x="81" y="42"/>
                    <a:pt x="100" y="55"/>
                    <a:pt x="117" y="54"/>
                  </a:cubicBezTo>
                  <a:cubicBezTo>
                    <a:pt x="132" y="52"/>
                    <a:pt x="139" y="39"/>
                    <a:pt x="132" y="20"/>
                  </a:cubicBezTo>
                  <a:cubicBezTo>
                    <a:pt x="309" y="88"/>
                    <a:pt x="355" y="316"/>
                    <a:pt x="360" y="318"/>
                  </a:cubicBezTo>
                  <a:close/>
                </a:path>
              </a:pathLst>
            </a:custGeom>
            <a:solidFill>
              <a:srgbClr val="469E9D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5" name="AutoShape 45"/>
            <p:cNvSpPr/>
            <p:nvPr/>
          </p:nvSpPr>
          <p:spPr>
            <a:xfrm>
              <a:off x="5752992" y="4187550"/>
              <a:ext cx="404813" cy="385763"/>
            </a:xfrm>
            <a:custGeom>
              <a:avLst/>
              <a:gdLst/>
              <a:ahLst/>
              <a:cxnLst/>
              <a:rect l="l" t="t" r="r" b="b"/>
              <a:pathLst>
                <a:path w="153" h="146">
                  <a:moveTo>
                    <a:pt x="0" y="0"/>
                  </a:moveTo>
                  <a:cubicBezTo>
                    <a:pt x="0" y="0"/>
                    <a:pt x="38" y="65"/>
                    <a:pt x="153" y="146"/>
                  </a:cubicBezTo>
                </a:path>
              </a:pathLst>
            </a:custGeom>
            <a:ln w="317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6" name="AutoShape 46"/>
            <p:cNvSpPr/>
            <p:nvPr/>
          </p:nvSpPr>
          <p:spPr>
            <a:xfrm>
              <a:off x="8497780" y="3984350"/>
              <a:ext cx="1265238" cy="749300"/>
            </a:xfrm>
            <a:custGeom>
              <a:avLst/>
              <a:gdLst/>
              <a:ahLst/>
              <a:cxnLst/>
              <a:rect l="l" t="t" r="r" b="b"/>
              <a:pathLst>
                <a:path w="797" h="472">
                  <a:moveTo>
                    <a:pt x="710" y="472"/>
                  </a:moveTo>
                  <a:lnTo>
                    <a:pt x="0" y="472"/>
                  </a:lnTo>
                  <a:lnTo>
                    <a:pt x="85" y="0"/>
                  </a:lnTo>
                  <a:lnTo>
                    <a:pt x="797" y="0"/>
                  </a:lnTo>
                  <a:lnTo>
                    <a:pt x="710" y="472"/>
                  </a:lnTo>
                  <a:close/>
                </a:path>
              </a:pathLst>
            </a:custGeom>
            <a:solidFill>
              <a:srgbClr val="373B54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7" name="AutoShape 47"/>
            <p:cNvSpPr/>
            <p:nvPr/>
          </p:nvSpPr>
          <p:spPr>
            <a:xfrm>
              <a:off x="8261242" y="4698725"/>
              <a:ext cx="1524000" cy="90488"/>
            </a:xfrm>
            <a:custGeom>
              <a:avLst/>
              <a:gdLst/>
              <a:ahLst/>
              <a:cxnLst/>
              <a:rect l="l" t="t" r="r" b="b"/>
              <a:pathLst>
                <a:path w="578" h="34">
                  <a:moveTo>
                    <a:pt x="561" y="34"/>
                  </a:moveTo>
                  <a:cubicBezTo>
                    <a:pt x="17" y="34"/>
                    <a:pt x="17" y="34"/>
                    <a:pt x="17" y="34"/>
                  </a:cubicBezTo>
                  <a:cubicBezTo>
                    <a:pt x="8" y="34"/>
                    <a:pt x="0" y="26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1" y="0"/>
                    <a:pt x="578" y="7"/>
                    <a:pt x="578" y="17"/>
                  </a:cubicBezTo>
                  <a:cubicBezTo>
                    <a:pt x="578" y="17"/>
                    <a:pt x="578" y="17"/>
                    <a:pt x="578" y="17"/>
                  </a:cubicBezTo>
                  <a:cubicBezTo>
                    <a:pt x="578" y="26"/>
                    <a:pt x="571" y="34"/>
                    <a:pt x="561" y="34"/>
                  </a:cubicBezTo>
                  <a:close/>
                </a:path>
              </a:pathLst>
            </a:custGeom>
            <a:solidFill>
              <a:srgbClr val="494F70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8" name="AutoShape 48"/>
            <p:cNvSpPr/>
            <p:nvPr/>
          </p:nvSpPr>
          <p:spPr>
            <a:xfrm>
              <a:off x="7480192" y="2212700"/>
              <a:ext cx="3690938" cy="2260600"/>
            </a:xfrm>
            <a:custGeom>
              <a:avLst/>
              <a:gdLst/>
              <a:ahLst/>
              <a:cxnLst/>
              <a:rect l="l" t="t" r="r" b="b"/>
              <a:pathLst>
                <a:path w="1399" h="857">
                  <a:moveTo>
                    <a:pt x="5" y="804"/>
                  </a:moveTo>
                  <a:cubicBezTo>
                    <a:pt x="144" y="37"/>
                    <a:pt x="144" y="37"/>
                    <a:pt x="144" y="37"/>
                  </a:cubicBezTo>
                  <a:cubicBezTo>
                    <a:pt x="148" y="16"/>
                    <a:pt x="167" y="0"/>
                    <a:pt x="188" y="0"/>
                  </a:cubicBezTo>
                  <a:cubicBezTo>
                    <a:pt x="1350" y="0"/>
                    <a:pt x="1350" y="0"/>
                    <a:pt x="1350" y="0"/>
                  </a:cubicBezTo>
                  <a:cubicBezTo>
                    <a:pt x="1378" y="0"/>
                    <a:pt x="1399" y="25"/>
                    <a:pt x="1394" y="53"/>
                  </a:cubicBezTo>
                  <a:cubicBezTo>
                    <a:pt x="1255" y="820"/>
                    <a:pt x="1255" y="820"/>
                    <a:pt x="1255" y="820"/>
                  </a:cubicBezTo>
                  <a:cubicBezTo>
                    <a:pt x="1251" y="841"/>
                    <a:pt x="1232" y="857"/>
                    <a:pt x="1211" y="857"/>
                  </a:cubicBezTo>
                  <a:cubicBezTo>
                    <a:pt x="49" y="857"/>
                    <a:pt x="49" y="857"/>
                    <a:pt x="49" y="857"/>
                  </a:cubicBezTo>
                  <a:cubicBezTo>
                    <a:pt x="21" y="857"/>
                    <a:pt x="0" y="831"/>
                    <a:pt x="5" y="804"/>
                  </a:cubicBezTo>
                  <a:close/>
                </a:path>
              </a:pathLst>
            </a:custGeom>
            <a:solidFill>
              <a:srgbClr val="494F70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9" name="AutoShape 49"/>
            <p:cNvSpPr/>
            <p:nvPr/>
          </p:nvSpPr>
          <p:spPr>
            <a:xfrm>
              <a:off x="7637355" y="2307950"/>
              <a:ext cx="3425825" cy="1771650"/>
            </a:xfrm>
            <a:custGeom>
              <a:avLst/>
              <a:gdLst/>
              <a:ahLst/>
              <a:cxnLst/>
              <a:rect l="l" t="t" r="r" b="b"/>
              <a:pathLst>
                <a:path w="1298" h="672">
                  <a:moveTo>
                    <a:pt x="1161" y="672"/>
                  </a:moveTo>
                  <a:cubicBezTo>
                    <a:pt x="21" y="672"/>
                    <a:pt x="21" y="672"/>
                    <a:pt x="21" y="672"/>
                  </a:cubicBezTo>
                  <a:cubicBezTo>
                    <a:pt x="9" y="672"/>
                    <a:pt x="0" y="661"/>
                    <a:pt x="2" y="649"/>
                  </a:cubicBezTo>
                  <a:cubicBezTo>
                    <a:pt x="118" y="16"/>
                    <a:pt x="118" y="16"/>
                    <a:pt x="118" y="16"/>
                  </a:cubicBezTo>
                  <a:cubicBezTo>
                    <a:pt x="120" y="7"/>
                    <a:pt x="128" y="0"/>
                    <a:pt x="137" y="0"/>
                  </a:cubicBezTo>
                  <a:cubicBezTo>
                    <a:pt x="1277" y="0"/>
                    <a:pt x="1277" y="0"/>
                    <a:pt x="1277" y="0"/>
                  </a:cubicBezTo>
                  <a:cubicBezTo>
                    <a:pt x="1289" y="0"/>
                    <a:pt x="1298" y="11"/>
                    <a:pt x="1296" y="23"/>
                  </a:cubicBezTo>
                  <a:cubicBezTo>
                    <a:pt x="1180" y="656"/>
                    <a:pt x="1180" y="656"/>
                    <a:pt x="1180" y="656"/>
                  </a:cubicBezTo>
                  <a:cubicBezTo>
                    <a:pt x="1178" y="665"/>
                    <a:pt x="1170" y="672"/>
                    <a:pt x="1161" y="672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0" name="AutoShape 50"/>
            <p:cNvSpPr/>
            <p:nvPr/>
          </p:nvSpPr>
          <p:spPr>
            <a:xfrm>
              <a:off x="7824680" y="2466700"/>
              <a:ext cx="3051175" cy="1455738"/>
            </a:xfrm>
            <a:custGeom>
              <a:avLst/>
              <a:gdLst/>
              <a:ahLst/>
              <a:cxnLst/>
              <a:rect l="l" t="t" r="r" b="b"/>
              <a:pathLst>
                <a:path w="1156" h="552">
                  <a:moveTo>
                    <a:pt x="1154" y="16"/>
                  </a:moveTo>
                  <a:cubicBezTo>
                    <a:pt x="1143" y="79"/>
                    <a:pt x="1143" y="79"/>
                    <a:pt x="1143" y="79"/>
                  </a:cubicBezTo>
                  <a:cubicBezTo>
                    <a:pt x="1058" y="541"/>
                    <a:pt x="1058" y="541"/>
                    <a:pt x="1058" y="541"/>
                  </a:cubicBezTo>
                  <a:cubicBezTo>
                    <a:pt x="1057" y="547"/>
                    <a:pt x="1051" y="552"/>
                    <a:pt x="1045" y="552"/>
                  </a:cubicBezTo>
                  <a:cubicBezTo>
                    <a:pt x="15" y="552"/>
                    <a:pt x="15" y="552"/>
                    <a:pt x="15" y="552"/>
                  </a:cubicBezTo>
                  <a:cubicBezTo>
                    <a:pt x="7" y="552"/>
                    <a:pt x="0" y="544"/>
                    <a:pt x="2" y="536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98" y="11"/>
                    <a:pt x="98" y="11"/>
                    <a:pt x="98" y="11"/>
                  </a:cubicBezTo>
                  <a:cubicBezTo>
                    <a:pt x="99" y="5"/>
                    <a:pt x="105" y="0"/>
                    <a:pt x="111" y="0"/>
                  </a:cubicBezTo>
                  <a:cubicBezTo>
                    <a:pt x="1141" y="0"/>
                    <a:pt x="1141" y="0"/>
                    <a:pt x="1141" y="0"/>
                  </a:cubicBezTo>
                  <a:cubicBezTo>
                    <a:pt x="1149" y="0"/>
                    <a:pt x="1156" y="8"/>
                    <a:pt x="1154" y="16"/>
                  </a:cubicBezTo>
                  <a:close/>
                </a:path>
              </a:pathLst>
            </a:custGeom>
            <a:solidFill>
              <a:srgbClr val="EBEE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1" name="AutoShape 51"/>
            <p:cNvSpPr/>
            <p:nvPr/>
          </p:nvSpPr>
          <p:spPr>
            <a:xfrm>
              <a:off x="8050105" y="2466700"/>
              <a:ext cx="2825750" cy="207963"/>
            </a:xfrm>
            <a:custGeom>
              <a:avLst/>
              <a:gdLst/>
              <a:ahLst/>
              <a:cxnLst/>
              <a:rect l="l" t="t" r="r" b="b"/>
              <a:pathLst>
                <a:path w="1071" h="79">
                  <a:moveTo>
                    <a:pt x="1069" y="16"/>
                  </a:moveTo>
                  <a:cubicBezTo>
                    <a:pt x="1058" y="79"/>
                    <a:pt x="1058" y="79"/>
                    <a:pt x="1058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4" y="5"/>
                    <a:pt x="20" y="0"/>
                    <a:pt x="26" y="0"/>
                  </a:cubicBezTo>
                  <a:cubicBezTo>
                    <a:pt x="1056" y="0"/>
                    <a:pt x="1056" y="0"/>
                    <a:pt x="1056" y="0"/>
                  </a:cubicBezTo>
                  <a:cubicBezTo>
                    <a:pt x="1064" y="0"/>
                    <a:pt x="1071" y="8"/>
                    <a:pt x="1069" y="16"/>
                  </a:cubicBez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2" name="AutoShape 52"/>
            <p:cNvSpPr/>
            <p:nvPr/>
          </p:nvSpPr>
          <p:spPr>
            <a:xfrm>
              <a:off x="10669480" y="2538138"/>
              <a:ext cx="69850" cy="6826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3" name="AutoShape 53"/>
            <p:cNvSpPr/>
            <p:nvPr/>
          </p:nvSpPr>
          <p:spPr>
            <a:xfrm>
              <a:off x="10513905" y="2538138"/>
              <a:ext cx="69850" cy="6826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4" name="AutoShape 54"/>
            <p:cNvSpPr/>
            <p:nvPr/>
          </p:nvSpPr>
          <p:spPr>
            <a:xfrm>
              <a:off x="10358330" y="2538138"/>
              <a:ext cx="68263" cy="6826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5" name="AutoShape 55"/>
            <p:cNvSpPr/>
            <p:nvPr/>
          </p:nvSpPr>
          <p:spPr>
            <a:xfrm>
              <a:off x="9245492" y="2801663"/>
              <a:ext cx="1443038" cy="690563"/>
            </a:xfrm>
            <a:custGeom>
              <a:avLst/>
              <a:gdLst/>
              <a:ahLst/>
              <a:cxnLst/>
              <a:rect l="l" t="t" r="r" b="b"/>
              <a:pathLst>
                <a:path w="547" h="262">
                  <a:moveTo>
                    <a:pt x="547" y="8"/>
                  </a:moveTo>
                  <a:cubicBezTo>
                    <a:pt x="541" y="38"/>
                    <a:pt x="541" y="38"/>
                    <a:pt x="541" y="38"/>
                  </a:cubicBezTo>
                  <a:cubicBezTo>
                    <a:pt x="501" y="256"/>
                    <a:pt x="501" y="256"/>
                    <a:pt x="501" y="256"/>
                  </a:cubicBezTo>
                  <a:cubicBezTo>
                    <a:pt x="501" y="259"/>
                    <a:pt x="498" y="262"/>
                    <a:pt x="495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3" y="262"/>
                    <a:pt x="0" y="258"/>
                    <a:pt x="0" y="254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6" y="5"/>
                    <a:pt x="46" y="5"/>
                    <a:pt x="46" y="5"/>
                  </a:cubicBezTo>
                  <a:cubicBezTo>
                    <a:pt x="46" y="2"/>
                    <a:pt x="49" y="0"/>
                    <a:pt x="52" y="0"/>
                  </a:cubicBezTo>
                  <a:cubicBezTo>
                    <a:pt x="540" y="0"/>
                    <a:pt x="540" y="0"/>
                    <a:pt x="540" y="0"/>
                  </a:cubicBezTo>
                  <a:cubicBezTo>
                    <a:pt x="544" y="0"/>
                    <a:pt x="547" y="4"/>
                    <a:pt x="547" y="8"/>
                  </a:cubicBez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6" name="AutoShape 56"/>
            <p:cNvSpPr/>
            <p:nvPr/>
          </p:nvSpPr>
          <p:spPr>
            <a:xfrm>
              <a:off x="8123130" y="2801663"/>
              <a:ext cx="1150938" cy="176213"/>
            </a:xfrm>
            <a:custGeom>
              <a:avLst/>
              <a:gdLst/>
              <a:ahLst/>
              <a:cxnLst/>
              <a:rect l="l" t="t" r="r" b="b"/>
              <a:pathLst>
                <a:path w="436" h="67">
                  <a:moveTo>
                    <a:pt x="436" y="8"/>
                  </a:moveTo>
                  <a:cubicBezTo>
                    <a:pt x="430" y="38"/>
                    <a:pt x="430" y="38"/>
                    <a:pt x="430" y="38"/>
                  </a:cubicBezTo>
                  <a:cubicBezTo>
                    <a:pt x="425" y="62"/>
                    <a:pt x="425" y="62"/>
                    <a:pt x="425" y="62"/>
                  </a:cubicBezTo>
                  <a:cubicBezTo>
                    <a:pt x="425" y="65"/>
                    <a:pt x="422" y="67"/>
                    <a:pt x="419" y="67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3" y="67"/>
                    <a:pt x="0" y="64"/>
                    <a:pt x="1" y="60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2" y="2"/>
                    <a:pt x="15" y="0"/>
                    <a:pt x="18" y="0"/>
                  </a:cubicBezTo>
                  <a:cubicBezTo>
                    <a:pt x="429" y="0"/>
                    <a:pt x="429" y="0"/>
                    <a:pt x="429" y="0"/>
                  </a:cubicBezTo>
                  <a:cubicBezTo>
                    <a:pt x="433" y="0"/>
                    <a:pt x="436" y="4"/>
                    <a:pt x="436" y="8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7" name="AutoShape 57"/>
            <p:cNvSpPr/>
            <p:nvPr/>
          </p:nvSpPr>
          <p:spPr>
            <a:xfrm>
              <a:off x="8070742" y="3057250"/>
              <a:ext cx="1150938" cy="176213"/>
            </a:xfrm>
            <a:custGeom>
              <a:avLst/>
              <a:gdLst/>
              <a:ahLst/>
              <a:cxnLst/>
              <a:rect l="l" t="t" r="r" b="b"/>
              <a:pathLst>
                <a:path w="436" h="67">
                  <a:moveTo>
                    <a:pt x="436" y="8"/>
                  </a:moveTo>
                  <a:cubicBezTo>
                    <a:pt x="430" y="37"/>
                    <a:pt x="430" y="37"/>
                    <a:pt x="430" y="37"/>
                  </a:cubicBezTo>
                  <a:cubicBezTo>
                    <a:pt x="425" y="62"/>
                    <a:pt x="425" y="62"/>
                    <a:pt x="425" y="62"/>
                  </a:cubicBezTo>
                  <a:cubicBezTo>
                    <a:pt x="424" y="65"/>
                    <a:pt x="422" y="67"/>
                    <a:pt x="419" y="67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3" y="67"/>
                    <a:pt x="0" y="64"/>
                    <a:pt x="1" y="60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2" y="2"/>
                    <a:pt x="14" y="0"/>
                    <a:pt x="17" y="0"/>
                  </a:cubicBezTo>
                  <a:cubicBezTo>
                    <a:pt x="429" y="0"/>
                    <a:pt x="429" y="0"/>
                    <a:pt x="429" y="0"/>
                  </a:cubicBezTo>
                  <a:cubicBezTo>
                    <a:pt x="433" y="0"/>
                    <a:pt x="436" y="4"/>
                    <a:pt x="436" y="8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8" name="AutoShape 58"/>
            <p:cNvSpPr/>
            <p:nvPr/>
          </p:nvSpPr>
          <p:spPr>
            <a:xfrm>
              <a:off x="8018355" y="3312838"/>
              <a:ext cx="1149350" cy="176213"/>
            </a:xfrm>
            <a:custGeom>
              <a:avLst/>
              <a:gdLst/>
              <a:ahLst/>
              <a:cxnLst/>
              <a:rect l="l" t="t" r="r" b="b"/>
              <a:pathLst>
                <a:path w="436" h="67">
                  <a:moveTo>
                    <a:pt x="435" y="7"/>
                  </a:moveTo>
                  <a:cubicBezTo>
                    <a:pt x="430" y="37"/>
                    <a:pt x="430" y="37"/>
                    <a:pt x="430" y="37"/>
                  </a:cubicBezTo>
                  <a:cubicBezTo>
                    <a:pt x="425" y="62"/>
                    <a:pt x="425" y="62"/>
                    <a:pt x="425" y="62"/>
                  </a:cubicBezTo>
                  <a:cubicBezTo>
                    <a:pt x="424" y="65"/>
                    <a:pt x="422" y="67"/>
                    <a:pt x="418" y="67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3" y="67"/>
                    <a:pt x="0" y="63"/>
                    <a:pt x="0" y="60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2" y="2"/>
                    <a:pt x="14" y="0"/>
                    <a:pt x="17" y="0"/>
                  </a:cubicBezTo>
                  <a:cubicBezTo>
                    <a:pt x="429" y="0"/>
                    <a:pt x="429" y="0"/>
                    <a:pt x="429" y="0"/>
                  </a:cubicBezTo>
                  <a:cubicBezTo>
                    <a:pt x="433" y="0"/>
                    <a:pt x="436" y="3"/>
                    <a:pt x="435" y="7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9" name="AutoShape 59"/>
            <p:cNvSpPr/>
            <p:nvPr/>
          </p:nvSpPr>
          <p:spPr>
            <a:xfrm>
              <a:off x="7954855" y="3619225"/>
              <a:ext cx="2582863" cy="176213"/>
            </a:xfrm>
            <a:custGeom>
              <a:avLst/>
              <a:gdLst/>
              <a:ahLst/>
              <a:cxnLst/>
              <a:rect l="l" t="t" r="r" b="b"/>
              <a:pathLst>
                <a:path w="979" h="67">
                  <a:moveTo>
                    <a:pt x="978" y="8"/>
                  </a:moveTo>
                  <a:cubicBezTo>
                    <a:pt x="973" y="38"/>
                    <a:pt x="973" y="38"/>
                    <a:pt x="973" y="38"/>
                  </a:cubicBezTo>
                  <a:cubicBezTo>
                    <a:pt x="968" y="62"/>
                    <a:pt x="968" y="62"/>
                    <a:pt x="968" y="62"/>
                  </a:cubicBezTo>
                  <a:cubicBezTo>
                    <a:pt x="967" y="65"/>
                    <a:pt x="964" y="67"/>
                    <a:pt x="961" y="67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3" y="67"/>
                    <a:pt x="0" y="64"/>
                    <a:pt x="1" y="60"/>
                  </a:cubicBezTo>
                  <a:cubicBezTo>
                    <a:pt x="6" y="38"/>
                    <a:pt x="6" y="38"/>
                    <a:pt x="6" y="38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2" y="2"/>
                    <a:pt x="15" y="0"/>
                    <a:pt x="18" y="0"/>
                  </a:cubicBezTo>
                  <a:cubicBezTo>
                    <a:pt x="972" y="0"/>
                    <a:pt x="972" y="0"/>
                    <a:pt x="972" y="0"/>
                  </a:cubicBezTo>
                  <a:cubicBezTo>
                    <a:pt x="976" y="0"/>
                    <a:pt x="979" y="4"/>
                    <a:pt x="978" y="8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0" name="AutoShape 60"/>
            <p:cNvSpPr/>
            <p:nvPr/>
          </p:nvSpPr>
          <p:spPr>
            <a:xfrm flipV="1">
              <a:off x="9474092" y="2927075"/>
              <a:ext cx="982663" cy="438150"/>
            </a:xfrm>
            <a:prstGeom prst="line">
              <a:avLst/>
            </a:prstGeom>
            <a:ln w="317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1" name="AutoShape 61"/>
            <p:cNvSpPr/>
            <p:nvPr/>
          </p:nvSpPr>
          <p:spPr>
            <a:xfrm>
              <a:off x="9540767" y="2917550"/>
              <a:ext cx="844550" cy="458788"/>
            </a:xfrm>
            <a:prstGeom prst="line">
              <a:avLst/>
            </a:prstGeom>
            <a:ln w="317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2" name="AutoShape 62"/>
            <p:cNvSpPr/>
            <p:nvPr/>
          </p:nvSpPr>
          <p:spPr>
            <a:xfrm>
              <a:off x="10158305" y="3708125"/>
              <a:ext cx="933450" cy="207963"/>
            </a:xfrm>
            <a:custGeom>
              <a:avLst/>
              <a:gdLst/>
              <a:ahLst/>
              <a:cxnLst/>
              <a:rect l="l" t="t" r="r" b="b"/>
              <a:pathLst>
                <a:path w="354" h="79">
                  <a:moveTo>
                    <a:pt x="339" y="79"/>
                  </a:moveTo>
                  <a:cubicBezTo>
                    <a:pt x="15" y="79"/>
                    <a:pt x="15" y="79"/>
                    <a:pt x="15" y="79"/>
                  </a:cubicBezTo>
                  <a:cubicBezTo>
                    <a:pt x="7" y="79"/>
                    <a:pt x="0" y="72"/>
                    <a:pt x="0" y="6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6"/>
                    <a:pt x="7" y="0"/>
                    <a:pt x="15" y="0"/>
                  </a:cubicBezTo>
                  <a:cubicBezTo>
                    <a:pt x="339" y="0"/>
                    <a:pt x="339" y="0"/>
                    <a:pt x="339" y="0"/>
                  </a:cubicBezTo>
                  <a:cubicBezTo>
                    <a:pt x="347" y="0"/>
                    <a:pt x="354" y="6"/>
                    <a:pt x="354" y="15"/>
                  </a:cubicBezTo>
                  <a:cubicBezTo>
                    <a:pt x="354" y="64"/>
                    <a:pt x="354" y="64"/>
                    <a:pt x="354" y="64"/>
                  </a:cubicBezTo>
                  <a:cubicBezTo>
                    <a:pt x="354" y="72"/>
                    <a:pt x="347" y="79"/>
                    <a:pt x="339" y="79"/>
                  </a:cubicBezTo>
                  <a:close/>
                </a:path>
              </a:pathLst>
            </a:custGeom>
            <a:solidFill>
              <a:srgbClr val="D64D8B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3" name="AutoShape 63"/>
            <p:cNvSpPr/>
            <p:nvPr/>
          </p:nvSpPr>
          <p:spPr>
            <a:xfrm>
              <a:off x="9501080" y="3803375"/>
              <a:ext cx="931863" cy="211138"/>
            </a:xfrm>
            <a:custGeom>
              <a:avLst/>
              <a:gdLst/>
              <a:ahLst/>
              <a:cxnLst/>
              <a:rect l="l" t="t" r="r" b="b"/>
              <a:pathLst>
                <a:path w="353" h="80">
                  <a:moveTo>
                    <a:pt x="338" y="80"/>
                  </a:moveTo>
                  <a:cubicBezTo>
                    <a:pt x="15" y="80"/>
                    <a:pt x="15" y="80"/>
                    <a:pt x="15" y="80"/>
                  </a:cubicBezTo>
                  <a:cubicBezTo>
                    <a:pt x="6" y="80"/>
                    <a:pt x="0" y="73"/>
                    <a:pt x="0" y="6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7"/>
                    <a:pt x="6" y="0"/>
                    <a:pt x="15" y="0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47" y="0"/>
                    <a:pt x="353" y="7"/>
                    <a:pt x="353" y="15"/>
                  </a:cubicBezTo>
                  <a:cubicBezTo>
                    <a:pt x="353" y="64"/>
                    <a:pt x="353" y="64"/>
                    <a:pt x="353" y="64"/>
                  </a:cubicBezTo>
                  <a:cubicBezTo>
                    <a:pt x="353" y="73"/>
                    <a:pt x="347" y="80"/>
                    <a:pt x="338" y="80"/>
                  </a:cubicBezTo>
                  <a:close/>
                </a:path>
              </a:pathLst>
            </a:custGeom>
            <a:solidFill>
              <a:srgbClr val="F3C700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4" name="AutoShape 64"/>
            <p:cNvSpPr/>
            <p:nvPr/>
          </p:nvSpPr>
          <p:spPr>
            <a:xfrm>
              <a:off x="7011880" y="3465238"/>
              <a:ext cx="269875" cy="425450"/>
            </a:xfrm>
            <a:custGeom>
              <a:avLst/>
              <a:gdLst/>
              <a:ahLst/>
              <a:cxnLst/>
              <a:rect l="l" t="t" r="r" b="b"/>
              <a:pathLst>
                <a:path w="170" h="268">
                  <a:moveTo>
                    <a:pt x="47" y="0"/>
                  </a:moveTo>
                  <a:lnTo>
                    <a:pt x="0" y="244"/>
                  </a:lnTo>
                  <a:lnTo>
                    <a:pt x="123" y="268"/>
                  </a:lnTo>
                  <a:lnTo>
                    <a:pt x="170" y="23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FBAF7B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5" name="AutoShape 65"/>
            <p:cNvSpPr/>
            <p:nvPr/>
          </p:nvSpPr>
          <p:spPr>
            <a:xfrm>
              <a:off x="7059505" y="3465238"/>
              <a:ext cx="217488" cy="290513"/>
            </a:xfrm>
            <a:custGeom>
              <a:avLst/>
              <a:gdLst/>
              <a:ahLst/>
              <a:cxnLst/>
              <a:rect l="l" t="t" r="r" b="b"/>
              <a:pathLst>
                <a:path w="82" h="110">
                  <a:moveTo>
                    <a:pt x="10" y="0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16" y="77"/>
                    <a:pt x="45" y="97"/>
                    <a:pt x="66" y="11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18"/>
                    <a:pt x="80" y="15"/>
                    <a:pt x="78" y="13"/>
                  </a:cubicBezTo>
                  <a:lnTo>
                    <a:pt x="10" y="0"/>
                  </a:lnTo>
                  <a:close/>
                </a:path>
              </a:pathLst>
            </a:custGeom>
            <a:solidFill>
              <a:srgbClr val="FB8862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6" name="AutoShape 66"/>
            <p:cNvSpPr/>
            <p:nvPr/>
          </p:nvSpPr>
          <p:spPr>
            <a:xfrm>
              <a:off x="7089667" y="3128688"/>
              <a:ext cx="479425" cy="600075"/>
            </a:xfrm>
            <a:custGeom>
              <a:avLst/>
              <a:gdLst/>
              <a:ahLst/>
              <a:cxnLst/>
              <a:rect l="l" t="t" r="r" b="b"/>
              <a:pathLst>
                <a:path w="182" h="228">
                  <a:moveTo>
                    <a:pt x="168" y="36"/>
                  </a:moveTo>
                  <a:cubicBezTo>
                    <a:pt x="168" y="36"/>
                    <a:pt x="182" y="153"/>
                    <a:pt x="105" y="222"/>
                  </a:cubicBezTo>
                  <a:cubicBezTo>
                    <a:pt x="100" y="226"/>
                    <a:pt x="92" y="228"/>
                    <a:pt x="86" y="226"/>
                  </a:cubicBezTo>
                  <a:cubicBezTo>
                    <a:pt x="61" y="219"/>
                    <a:pt x="3" y="198"/>
                    <a:pt x="2" y="163"/>
                  </a:cubicBezTo>
                  <a:cubicBezTo>
                    <a:pt x="0" y="119"/>
                    <a:pt x="9" y="17"/>
                    <a:pt x="52" y="8"/>
                  </a:cubicBezTo>
                  <a:cubicBezTo>
                    <a:pt x="96" y="0"/>
                    <a:pt x="168" y="36"/>
                    <a:pt x="168" y="36"/>
                  </a:cubicBezTo>
                  <a:close/>
                </a:path>
              </a:pathLst>
            </a:custGeom>
            <a:solidFill>
              <a:srgbClr val="FBAF7B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7" name="AutoShape 67"/>
            <p:cNvSpPr/>
            <p:nvPr/>
          </p:nvSpPr>
          <p:spPr>
            <a:xfrm>
              <a:off x="6922980" y="3273150"/>
              <a:ext cx="258763" cy="271463"/>
            </a:xfrm>
            <a:custGeom>
              <a:avLst/>
              <a:gdLst/>
              <a:ahLst/>
              <a:cxnLst/>
              <a:rect l="l" t="t" r="r" b="b"/>
              <a:pathLst>
                <a:path w="98" h="103">
                  <a:moveTo>
                    <a:pt x="98" y="46"/>
                  </a:moveTo>
                  <a:cubicBezTo>
                    <a:pt x="98" y="46"/>
                    <a:pt x="65" y="0"/>
                    <a:pt x="32" y="19"/>
                  </a:cubicBezTo>
                  <a:cubicBezTo>
                    <a:pt x="0" y="38"/>
                    <a:pt x="51" y="103"/>
                    <a:pt x="75" y="80"/>
                  </a:cubicBezTo>
                  <a:cubicBezTo>
                    <a:pt x="98" y="58"/>
                    <a:pt x="98" y="46"/>
                    <a:pt x="98" y="46"/>
                  </a:cubicBezTo>
                  <a:close/>
                </a:path>
              </a:pathLst>
            </a:custGeom>
            <a:solidFill>
              <a:srgbClr val="FBAF7B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8" name="AutoShape 68"/>
            <p:cNvSpPr/>
            <p:nvPr/>
          </p:nvSpPr>
          <p:spPr>
            <a:xfrm>
              <a:off x="7426217" y="3417613"/>
              <a:ext cx="31750" cy="55563"/>
            </a:xfrm>
            <a:custGeom>
              <a:avLst/>
              <a:gdLst/>
              <a:ahLst/>
              <a:cxnLst/>
              <a:rect l="l" t="t" r="r" b="b"/>
              <a:pathLst>
                <a:path w="12" h="21">
                  <a:moveTo>
                    <a:pt x="1" y="9"/>
                  </a:moveTo>
                  <a:cubicBezTo>
                    <a:pt x="0" y="15"/>
                    <a:pt x="1" y="20"/>
                    <a:pt x="4" y="20"/>
                  </a:cubicBezTo>
                  <a:cubicBezTo>
                    <a:pt x="6" y="21"/>
                    <a:pt x="9" y="17"/>
                    <a:pt x="10" y="11"/>
                  </a:cubicBezTo>
                  <a:cubicBezTo>
                    <a:pt x="12" y="6"/>
                    <a:pt x="10" y="1"/>
                    <a:pt x="8" y="0"/>
                  </a:cubicBezTo>
                  <a:cubicBezTo>
                    <a:pt x="5" y="0"/>
                    <a:pt x="2" y="4"/>
                    <a:pt x="1" y="9"/>
                  </a:cubicBezTo>
                  <a:close/>
                </a:path>
              </a:pathLst>
            </a:custGeom>
            <a:solidFill>
              <a:srgbClr val="373B54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9" name="AutoShape 69"/>
            <p:cNvSpPr/>
            <p:nvPr/>
          </p:nvSpPr>
          <p:spPr>
            <a:xfrm>
              <a:off x="7269055" y="3389038"/>
              <a:ext cx="31750" cy="55563"/>
            </a:xfrm>
            <a:custGeom>
              <a:avLst/>
              <a:gdLst/>
              <a:ahLst/>
              <a:cxnLst/>
              <a:rect l="l" t="t" r="r" b="b"/>
              <a:pathLst>
                <a:path w="12" h="21">
                  <a:moveTo>
                    <a:pt x="1" y="10"/>
                  </a:moveTo>
                  <a:cubicBezTo>
                    <a:pt x="0" y="15"/>
                    <a:pt x="1" y="20"/>
                    <a:pt x="4" y="21"/>
                  </a:cubicBezTo>
                  <a:cubicBezTo>
                    <a:pt x="7" y="21"/>
                    <a:pt x="10" y="17"/>
                    <a:pt x="11" y="12"/>
                  </a:cubicBezTo>
                  <a:cubicBezTo>
                    <a:pt x="12" y="6"/>
                    <a:pt x="10" y="1"/>
                    <a:pt x="8" y="0"/>
                  </a:cubicBezTo>
                  <a:cubicBezTo>
                    <a:pt x="5" y="0"/>
                    <a:pt x="2" y="4"/>
                    <a:pt x="1" y="10"/>
                  </a:cubicBezTo>
                  <a:close/>
                </a:path>
              </a:pathLst>
            </a:custGeom>
            <a:solidFill>
              <a:srgbClr val="373B54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0" name="AutoShape 70"/>
            <p:cNvSpPr/>
            <p:nvPr/>
          </p:nvSpPr>
          <p:spPr>
            <a:xfrm>
              <a:off x="7245242" y="3517625"/>
              <a:ext cx="125413" cy="190500"/>
            </a:xfrm>
            <a:custGeom>
              <a:avLst/>
              <a:gdLst/>
              <a:ahLst/>
              <a:cxnLst/>
              <a:rect l="l" t="t" r="r" b="b"/>
              <a:pathLst>
                <a:path w="48" h="72">
                  <a:moveTo>
                    <a:pt x="48" y="21"/>
                  </a:moveTo>
                  <a:cubicBezTo>
                    <a:pt x="47" y="20"/>
                    <a:pt x="0" y="0"/>
                    <a:pt x="0" y="0"/>
                  </a:cubicBezTo>
                  <a:cubicBezTo>
                    <a:pt x="0" y="0"/>
                    <a:pt x="0" y="72"/>
                    <a:pt x="47" y="20"/>
                  </a:cubicBezTo>
                  <a:lnTo>
                    <a:pt x="48" y="2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1" name="AutoShape 71"/>
            <p:cNvSpPr/>
            <p:nvPr/>
          </p:nvSpPr>
          <p:spPr>
            <a:xfrm>
              <a:off x="6643580" y="3763688"/>
              <a:ext cx="722313" cy="1138238"/>
            </a:xfrm>
            <a:custGeom>
              <a:avLst/>
              <a:gdLst/>
              <a:ahLst/>
              <a:cxnLst/>
              <a:rect l="l" t="t" r="r" b="b"/>
              <a:pathLst>
                <a:path w="274" h="432">
                  <a:moveTo>
                    <a:pt x="0" y="398"/>
                  </a:moveTo>
                  <a:cubicBezTo>
                    <a:pt x="87" y="432"/>
                    <a:pt x="186" y="402"/>
                    <a:pt x="274" y="397"/>
                  </a:cubicBezTo>
                  <a:cubicBezTo>
                    <a:pt x="267" y="260"/>
                    <a:pt x="267" y="260"/>
                    <a:pt x="267" y="260"/>
                  </a:cubicBezTo>
                  <a:cubicBezTo>
                    <a:pt x="257" y="67"/>
                    <a:pt x="257" y="67"/>
                    <a:pt x="257" y="67"/>
                  </a:cubicBezTo>
                  <a:cubicBezTo>
                    <a:pt x="254" y="50"/>
                    <a:pt x="246" y="35"/>
                    <a:pt x="234" y="24"/>
                  </a:cubicBezTo>
                  <a:cubicBezTo>
                    <a:pt x="221" y="12"/>
                    <a:pt x="221" y="12"/>
                    <a:pt x="221" y="12"/>
                  </a:cubicBezTo>
                  <a:cubicBezTo>
                    <a:pt x="220" y="12"/>
                    <a:pt x="220" y="12"/>
                    <a:pt x="220" y="12"/>
                  </a:cubicBezTo>
                  <a:cubicBezTo>
                    <a:pt x="220" y="12"/>
                    <a:pt x="209" y="53"/>
                    <a:pt x="147" y="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100" y="11"/>
                    <a:pt x="100" y="11"/>
                    <a:pt x="100" y="11"/>
                  </a:cubicBezTo>
                  <a:cubicBezTo>
                    <a:pt x="96" y="12"/>
                    <a:pt x="93" y="13"/>
                    <a:pt x="90" y="14"/>
                  </a:cubicBezTo>
                  <a:cubicBezTo>
                    <a:pt x="81" y="18"/>
                    <a:pt x="74" y="24"/>
                    <a:pt x="68" y="32"/>
                  </a:cubicBezTo>
                  <a:cubicBezTo>
                    <a:pt x="44" y="64"/>
                    <a:pt x="25" y="169"/>
                    <a:pt x="12" y="265"/>
                  </a:cubicBezTo>
                  <a:cubicBezTo>
                    <a:pt x="7" y="298"/>
                    <a:pt x="3" y="370"/>
                    <a:pt x="0" y="398"/>
                  </a:cubicBezTo>
                  <a:close/>
                </a:path>
              </a:pathLst>
            </a:custGeom>
            <a:solidFill>
              <a:srgbClr val="F3C700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2" name="AutoShape 72"/>
            <p:cNvSpPr/>
            <p:nvPr/>
          </p:nvSpPr>
          <p:spPr>
            <a:xfrm>
              <a:off x="6114942" y="3792263"/>
              <a:ext cx="792163" cy="1096963"/>
            </a:xfrm>
            <a:custGeom>
              <a:avLst/>
              <a:gdLst/>
              <a:ahLst/>
              <a:cxnLst/>
              <a:rect l="l" t="t" r="r" b="b"/>
              <a:pathLst>
                <a:path w="300" h="416">
                  <a:moveTo>
                    <a:pt x="0" y="389"/>
                  </a:moveTo>
                  <a:cubicBezTo>
                    <a:pt x="25" y="416"/>
                    <a:pt x="167" y="392"/>
                    <a:pt x="200" y="410"/>
                  </a:cubicBezTo>
                  <a:cubicBezTo>
                    <a:pt x="220" y="382"/>
                    <a:pt x="203" y="300"/>
                    <a:pt x="222" y="280"/>
                  </a:cubicBezTo>
                  <a:cubicBezTo>
                    <a:pt x="263" y="238"/>
                    <a:pt x="288" y="189"/>
                    <a:pt x="288" y="189"/>
                  </a:cubicBezTo>
                  <a:cubicBezTo>
                    <a:pt x="300" y="0"/>
                    <a:pt x="300" y="0"/>
                    <a:pt x="300" y="0"/>
                  </a:cubicBezTo>
                  <a:cubicBezTo>
                    <a:pt x="297" y="1"/>
                    <a:pt x="293" y="2"/>
                    <a:pt x="290" y="3"/>
                  </a:cubicBezTo>
                  <a:cubicBezTo>
                    <a:pt x="198" y="37"/>
                    <a:pt x="54" y="286"/>
                    <a:pt x="0" y="389"/>
                  </a:cubicBezTo>
                  <a:close/>
                </a:path>
              </a:pathLst>
            </a:custGeom>
            <a:solidFill>
              <a:srgbClr val="F3C700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3" name="AutoShape 73"/>
            <p:cNvSpPr/>
            <p:nvPr/>
          </p:nvSpPr>
          <p:spPr>
            <a:xfrm>
              <a:off x="7226192" y="3795438"/>
              <a:ext cx="1128713" cy="754063"/>
            </a:xfrm>
            <a:custGeom>
              <a:avLst/>
              <a:gdLst/>
              <a:ahLst/>
              <a:cxnLst/>
              <a:rect l="l" t="t" r="r" b="b"/>
              <a:pathLst>
                <a:path w="711" h="475">
                  <a:moveTo>
                    <a:pt x="711" y="133"/>
                  </a:moveTo>
                  <a:lnTo>
                    <a:pt x="293" y="475"/>
                  </a:lnTo>
                  <a:lnTo>
                    <a:pt x="37" y="325"/>
                  </a:lnTo>
                  <a:lnTo>
                    <a:pt x="0" y="0"/>
                  </a:lnTo>
                  <a:lnTo>
                    <a:pt x="336" y="151"/>
                  </a:lnTo>
                  <a:lnTo>
                    <a:pt x="605" y="60"/>
                  </a:lnTo>
                  <a:lnTo>
                    <a:pt x="711" y="133"/>
                  </a:lnTo>
                  <a:close/>
                </a:path>
              </a:pathLst>
            </a:custGeom>
            <a:solidFill>
              <a:srgbClr val="F3C700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4" name="AutoShape 74"/>
            <p:cNvSpPr/>
            <p:nvPr/>
          </p:nvSpPr>
          <p:spPr>
            <a:xfrm>
              <a:off x="6975367" y="2993750"/>
              <a:ext cx="731838" cy="400050"/>
            </a:xfrm>
            <a:custGeom>
              <a:avLst/>
              <a:gdLst/>
              <a:ahLst/>
              <a:cxnLst/>
              <a:rect l="l" t="t" r="r" b="b"/>
              <a:pathLst>
                <a:path w="277" h="152">
                  <a:moveTo>
                    <a:pt x="19" y="122"/>
                  </a:moveTo>
                  <a:cubicBezTo>
                    <a:pt x="19" y="122"/>
                    <a:pt x="0" y="51"/>
                    <a:pt x="34" y="24"/>
                  </a:cubicBezTo>
                  <a:cubicBezTo>
                    <a:pt x="51" y="10"/>
                    <a:pt x="65" y="41"/>
                    <a:pt x="65" y="41"/>
                  </a:cubicBezTo>
                  <a:cubicBezTo>
                    <a:pt x="65" y="41"/>
                    <a:pt x="100" y="0"/>
                    <a:pt x="131" y="10"/>
                  </a:cubicBezTo>
                  <a:cubicBezTo>
                    <a:pt x="175" y="24"/>
                    <a:pt x="182" y="87"/>
                    <a:pt x="242" y="73"/>
                  </a:cubicBezTo>
                  <a:cubicBezTo>
                    <a:pt x="277" y="65"/>
                    <a:pt x="257" y="110"/>
                    <a:pt x="227" y="127"/>
                  </a:cubicBezTo>
                  <a:cubicBezTo>
                    <a:pt x="204" y="141"/>
                    <a:pt x="173" y="143"/>
                    <a:pt x="132" y="116"/>
                  </a:cubicBezTo>
                  <a:cubicBezTo>
                    <a:pt x="132" y="116"/>
                    <a:pt x="99" y="84"/>
                    <a:pt x="61" y="152"/>
                  </a:cubicBezTo>
                  <a:cubicBezTo>
                    <a:pt x="61" y="152"/>
                    <a:pt x="51" y="113"/>
                    <a:pt x="19" y="122"/>
                  </a:cubicBezTo>
                  <a:close/>
                </a:path>
              </a:pathLst>
            </a:custGeom>
            <a:solidFill>
              <a:srgbClr val="373B54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5" name="AutoShape 75"/>
            <p:cNvSpPr/>
            <p:nvPr/>
          </p:nvSpPr>
          <p:spPr>
            <a:xfrm>
              <a:off x="6994417" y="3333475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40" h="43">
                  <a:moveTo>
                    <a:pt x="39" y="42"/>
                  </a:moveTo>
                  <a:cubicBezTo>
                    <a:pt x="39" y="42"/>
                    <a:pt x="27" y="38"/>
                    <a:pt x="29" y="32"/>
                  </a:cubicBezTo>
                  <a:cubicBezTo>
                    <a:pt x="31" y="25"/>
                    <a:pt x="40" y="23"/>
                    <a:pt x="40" y="23"/>
                  </a:cubicBezTo>
                  <a:cubicBezTo>
                    <a:pt x="40" y="23"/>
                    <a:pt x="30" y="0"/>
                    <a:pt x="15" y="8"/>
                  </a:cubicBezTo>
                  <a:cubicBezTo>
                    <a:pt x="0" y="16"/>
                    <a:pt x="16" y="43"/>
                    <a:pt x="39" y="42"/>
                  </a:cubicBezTo>
                  <a:close/>
                </a:path>
              </a:pathLst>
            </a:custGeom>
            <a:solidFill>
              <a:srgbClr val="FB8862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6" name="AutoShape 76"/>
            <p:cNvSpPr/>
            <p:nvPr/>
          </p:nvSpPr>
          <p:spPr>
            <a:xfrm flipV="1">
              <a:off x="6643580" y="4359000"/>
              <a:ext cx="192088" cy="454025"/>
            </a:xfrm>
            <a:prstGeom prst="line">
              <a:avLst/>
            </a:prstGeom>
            <a:ln w="31750">
              <a:solidFill>
                <a:srgbClr val="FB8862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77" name="AutoShape 77"/>
            <p:cNvSpPr/>
            <p:nvPr/>
          </p:nvSpPr>
          <p:spPr>
            <a:xfrm>
              <a:off x="7146817" y="3660500"/>
              <a:ext cx="1343025" cy="1212850"/>
            </a:xfrm>
            <a:custGeom>
              <a:avLst/>
              <a:gdLst/>
              <a:ahLst/>
              <a:cxnLst/>
              <a:rect l="l" t="t" r="r" b="b"/>
              <a:pathLst>
                <a:path w="845" h="764">
                  <a:moveTo>
                    <a:pt x="281" y="764"/>
                  </a:moveTo>
                  <a:lnTo>
                    <a:pt x="0" y="764"/>
                  </a:lnTo>
                  <a:lnTo>
                    <a:pt x="693" y="0"/>
                  </a:lnTo>
                  <a:lnTo>
                    <a:pt x="846" y="140"/>
                  </a:lnTo>
                  <a:lnTo>
                    <a:pt x="281" y="764"/>
                  </a:ln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8" name="AutoShape 78"/>
            <p:cNvSpPr/>
            <p:nvPr/>
          </p:nvSpPr>
          <p:spPr>
            <a:xfrm>
              <a:off x="8034230" y="3065188"/>
              <a:ext cx="1020763" cy="1019175"/>
            </a:xfrm>
            <a:custGeom>
              <a:avLst/>
              <a:gdLst/>
              <a:ahLst/>
              <a:cxnLst/>
              <a:rect l="l" t="t" r="r" b="b"/>
              <a:pathLst>
                <a:path w="387" h="387">
                  <a:moveTo>
                    <a:pt x="328" y="310"/>
                  </a:moveTo>
                  <a:cubicBezTo>
                    <a:pt x="262" y="382"/>
                    <a:pt x="151" y="387"/>
                    <a:pt x="78" y="322"/>
                  </a:cubicBezTo>
                  <a:cubicBezTo>
                    <a:pt x="6" y="256"/>
                    <a:pt x="0" y="145"/>
                    <a:pt x="66" y="72"/>
                  </a:cubicBezTo>
                  <a:cubicBezTo>
                    <a:pt x="117" y="16"/>
                    <a:pt x="195" y="0"/>
                    <a:pt x="262" y="27"/>
                  </a:cubicBezTo>
                  <a:cubicBezTo>
                    <a:pt x="122" y="180"/>
                    <a:pt x="122" y="180"/>
                    <a:pt x="122" y="180"/>
                  </a:cubicBezTo>
                  <a:cubicBezTo>
                    <a:pt x="215" y="264"/>
                    <a:pt x="215" y="264"/>
                    <a:pt x="215" y="264"/>
                  </a:cubicBezTo>
                  <a:cubicBezTo>
                    <a:pt x="354" y="110"/>
                    <a:pt x="354" y="110"/>
                    <a:pt x="354" y="110"/>
                  </a:cubicBezTo>
                  <a:cubicBezTo>
                    <a:pt x="387" y="174"/>
                    <a:pt x="379" y="254"/>
                    <a:pt x="328" y="310"/>
                  </a:cubicBez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9" name="AutoShape 79"/>
            <p:cNvSpPr/>
            <p:nvPr/>
          </p:nvSpPr>
          <p:spPr>
            <a:xfrm>
              <a:off x="8110430" y="3911325"/>
              <a:ext cx="242888" cy="360363"/>
            </a:xfrm>
            <a:custGeom>
              <a:avLst/>
              <a:gdLst/>
              <a:ahLst/>
              <a:cxnLst/>
              <a:rect l="l" t="t" r="r" b="b"/>
              <a:pathLst>
                <a:path w="92" h="137">
                  <a:moveTo>
                    <a:pt x="86" y="74"/>
                  </a:moveTo>
                  <a:cubicBezTo>
                    <a:pt x="90" y="67"/>
                    <a:pt x="92" y="59"/>
                    <a:pt x="91" y="52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3" y="5"/>
                    <a:pt x="68" y="0"/>
                    <a:pt x="59" y="9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2" y="67"/>
                    <a:pt x="0" y="75"/>
                    <a:pt x="2" y="82"/>
                  </a:cubicBezTo>
                  <a:cubicBezTo>
                    <a:pt x="20" y="124"/>
                    <a:pt x="20" y="124"/>
                    <a:pt x="20" y="124"/>
                  </a:cubicBezTo>
                  <a:cubicBezTo>
                    <a:pt x="26" y="137"/>
                    <a:pt x="44" y="137"/>
                    <a:pt x="50" y="125"/>
                  </a:cubicBezTo>
                  <a:lnTo>
                    <a:pt x="86" y="74"/>
                  </a:lnTo>
                  <a:close/>
                </a:path>
              </a:pathLst>
            </a:custGeom>
            <a:solidFill>
              <a:srgbClr val="FBAF7B">
                <a:alpha val="100000"/>
              </a:srgbClr>
            </a:solidFill>
            <a:ln>
              <a:headEnd type="none"/>
              <a:tailEnd type="none"/>
            </a:ln>
          </p:spPr>
        </p:sp>
      </p:grpSp>
      <p:sp>
        <p:nvSpPr>
          <p:cNvPr id="80" name="AutoShape 80"/>
          <p:cNvSpPr/>
          <p:nvPr/>
        </p:nvSpPr>
        <p:spPr>
          <a:xfrm>
            <a:off x="660399" y="5982039"/>
            <a:ext cx="10858501" cy="175438"/>
          </a:xfrm>
          <a:custGeom>
            <a:avLst/>
            <a:gdLst/>
            <a:ahLst/>
            <a:cxnLst/>
            <a:rect l="l" t="t" r="r" b="b"/>
            <a:pathLst>
              <a:path w="2339" h="49">
                <a:moveTo>
                  <a:pt x="2339" y="25"/>
                </a:moveTo>
                <a:cubicBezTo>
                  <a:pt x="2339" y="31"/>
                  <a:pt x="2336" y="37"/>
                  <a:pt x="2332" y="42"/>
                </a:cubicBezTo>
                <a:cubicBezTo>
                  <a:pt x="2327" y="46"/>
                  <a:pt x="2321" y="49"/>
                  <a:pt x="2314" y="49"/>
                </a:cubicBezTo>
                <a:cubicBezTo>
                  <a:pt x="25" y="49"/>
                  <a:pt x="25" y="49"/>
                  <a:pt x="25" y="49"/>
                </a:cubicBezTo>
                <a:cubicBezTo>
                  <a:pt x="11" y="49"/>
                  <a:pt x="0" y="38"/>
                  <a:pt x="0" y="25"/>
                </a:cubicBezTo>
                <a:cubicBezTo>
                  <a:pt x="0" y="18"/>
                  <a:pt x="3" y="12"/>
                  <a:pt x="7" y="7"/>
                </a:cubicBezTo>
                <a:cubicBezTo>
                  <a:pt x="12" y="3"/>
                  <a:pt x="18" y="0"/>
                  <a:pt x="25" y="0"/>
                </a:cubicBezTo>
                <a:cubicBezTo>
                  <a:pt x="2314" y="0"/>
                  <a:pt x="2314" y="0"/>
                  <a:pt x="2314" y="0"/>
                </a:cubicBezTo>
                <a:cubicBezTo>
                  <a:pt x="2328" y="0"/>
                  <a:pt x="2339" y="11"/>
                  <a:pt x="2339" y="25"/>
                </a:cubicBezTo>
                <a:close/>
              </a:path>
            </a:pathLst>
          </a:custGeom>
          <a:solidFill>
            <a:srgbClr val="373B54">
              <a:alpha val="100000"/>
            </a:srgbClr>
          </a:solidFill>
          <a:ln>
            <a:headEnd type="none"/>
            <a:tailEnd type="none"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0400" y="1130300"/>
            <a:ext cx="7167984" cy="221773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800" b="1" i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Campus </a:t>
            </a:r>
            <a:r>
              <a:rPr lang="en-US" sz="4800" b="1" i="0" dirty="0" smtClean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Assistant </a:t>
            </a:r>
            <a:r>
              <a:rPr lang="en-US" altLang="zh-CN" sz="4800" b="1" i="0" dirty="0" err="1" smtClean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Chatbot</a:t>
            </a:r>
            <a:r>
              <a:rPr lang="en-US" sz="4800" b="1" i="0" dirty="0" smtClean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lang="en-US" sz="4800" b="1" i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Project</a:t>
            </a:r>
            <a:endParaRPr lang="en-US" sz="1100" dirty="0"/>
          </a:p>
        </p:txBody>
      </p:sp>
      <p:sp>
        <p:nvSpPr>
          <p:cNvPr id="3" name="TextBox 3"/>
          <p:cNvSpPr txBox="1"/>
          <p:nvPr/>
        </p:nvSpPr>
        <p:spPr>
          <a:xfrm>
            <a:off x="660400" y="3347418"/>
            <a:ext cx="6183825" cy="18288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400" b="0" i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Innovative Campus Assistant Using AWS Services</a:t>
            </a:r>
            <a:endParaRPr lang="en-US" sz="1100" dirty="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7700" y="6413500"/>
            <a:ext cx="1193800" cy="25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4520" y="5175885"/>
            <a:ext cx="5338445" cy="2857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C: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Li Hao 25401580 /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Xie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Juyun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25438131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4831" y="5450508"/>
            <a:ext cx="4842274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altLang="zh-CN" dirty="0"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April </a:t>
            </a:r>
            <a:r>
              <a:rPr lang="en-US" dirty="0"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20</a:t>
            </a:r>
            <a:r>
              <a:rPr lang="en-US" altLang="zh-CN" dirty="0"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26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46451716-119d-4134-ba78-6e0a8b7744d1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1295400" y="1130299"/>
            <a:ext cx="10223500" cy="4677834"/>
            <a:chOff x="660400" y="1130299"/>
            <a:chExt cx="10858500" cy="4677834"/>
          </a:xfrm>
        </p:grpSpPr>
        <p:sp>
          <p:nvSpPr>
            <p:cNvPr id="4" name="AutoShape 4"/>
            <p:cNvSpPr/>
            <p:nvPr/>
          </p:nvSpPr>
          <p:spPr>
            <a:xfrm>
              <a:off x="660400" y="1130299"/>
              <a:ext cx="10858500" cy="716305"/>
            </a:xfrm>
            <a:prstGeom prst="rect">
              <a:avLst/>
            </a:prstGeom>
            <a:ln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4099168" y="2058018"/>
              <a:ext cx="757312" cy="347338"/>
            </a:xfrm>
            <a:custGeom>
              <a:avLst/>
              <a:gdLst/>
              <a:ahLst/>
              <a:cxnLst/>
              <a:rect l="l" t="t" r="r" b="b"/>
              <a:pathLst>
                <a:path w="12192000" h="5727700">
                  <a:moveTo>
                    <a:pt x="0" y="0"/>
                  </a:moveTo>
                  <a:lnTo>
                    <a:pt x="12192000" y="0"/>
                  </a:lnTo>
                  <a:lnTo>
                    <a:pt x="12192000" y="5727700"/>
                  </a:lnTo>
                  <a:lnTo>
                    <a:pt x="0" y="57277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4099168" y="2514894"/>
              <a:ext cx="757312" cy="347338"/>
            </a:xfrm>
            <a:custGeom>
              <a:avLst/>
              <a:gdLst/>
              <a:ahLst/>
              <a:cxnLst/>
              <a:rect l="l" t="t" r="r" b="b"/>
              <a:pathLst>
                <a:path w="12192000" h="5727700">
                  <a:moveTo>
                    <a:pt x="0" y="0"/>
                  </a:moveTo>
                  <a:lnTo>
                    <a:pt x="12192000" y="0"/>
                  </a:lnTo>
                  <a:lnTo>
                    <a:pt x="12192000" y="5727700"/>
                  </a:lnTo>
                  <a:lnTo>
                    <a:pt x="0" y="57277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7" name="Group 7"/>
            <p:cNvGrpSpPr/>
            <p:nvPr/>
          </p:nvGrpSpPr>
          <p:grpSpPr>
            <a:xfrm>
              <a:off x="3333950" y="1929118"/>
              <a:ext cx="6172218" cy="1149924"/>
              <a:chOff x="3333950" y="1929118"/>
              <a:chExt cx="6172218" cy="1149924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4813518" y="1929118"/>
                <a:ext cx="4692650" cy="114992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2200" b="0" i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Introduction</a:t>
                </a:r>
                <a:endParaRPr lang="en-US" sz="1100" dirty="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3333950" y="1929118"/>
                <a:ext cx="1479549" cy="114992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000" b="1" i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Part 01.</a:t>
                </a:r>
                <a:endParaRPr lang="en-US" sz="1100" dirty="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3333950" y="3293663"/>
              <a:ext cx="6172218" cy="1149924"/>
              <a:chOff x="3333950" y="3293663"/>
              <a:chExt cx="6172218" cy="1149924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4813518" y="3293663"/>
                <a:ext cx="4692650" cy="114992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2200" b="0" i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Cost Management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3333950" y="3293663"/>
                <a:ext cx="1479549" cy="114992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000" b="1" i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Part 02.</a:t>
                </a:r>
                <a:endParaRPr lang="en-US" sz="1100" dirty="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3333950" y="4658209"/>
              <a:ext cx="6172218" cy="1149924"/>
              <a:chOff x="3333950" y="4658209"/>
              <a:chExt cx="6172218" cy="1149924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4813518" y="4658209"/>
                <a:ext cx="4692650" cy="114992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2200" b="0" i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Technical Fulfillment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3333950" y="4658209"/>
                <a:ext cx="1479549" cy="114992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0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Part 03.</a:t>
                </a:r>
                <a:endParaRPr lang="en-US" sz="1100"/>
              </a:p>
            </p:txBody>
          </p:sp>
        </p:grpSp>
      </p:grpSp>
      <p:sp>
        <p:nvSpPr>
          <p:cNvPr id="16" name="TextBox 16"/>
          <p:cNvSpPr txBox="1"/>
          <p:nvPr/>
        </p:nvSpPr>
        <p:spPr>
          <a:xfrm>
            <a:off x="4918818" y="128587"/>
            <a:ext cx="6600082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 dirty="0" smtClean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Content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0399" y="1408922"/>
            <a:ext cx="6540695" cy="207807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600" b="1" i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Introduction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endParaRPr lang="en-US" sz="11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8e22639-f6d4-4e69-a704-850c7a9e5228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400" y="685800"/>
            <a:ext cx="10858500" cy="5475806"/>
            <a:chOff x="660400" y="685800"/>
            <a:chExt cx="10858500" cy="5475806"/>
          </a:xfrm>
        </p:grpSpPr>
        <p:sp>
          <p:nvSpPr>
            <p:cNvPr id="4" name="AutoShape 4"/>
            <p:cNvSpPr/>
            <p:nvPr/>
          </p:nvSpPr>
          <p:spPr>
            <a:xfrm>
              <a:off x="2887235" y="1980591"/>
              <a:ext cx="6782021" cy="2193534"/>
            </a:xfrm>
            <a:prstGeom prst="rect">
              <a:avLst/>
            </a:prstGeom>
            <a:ln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 flipH="1">
              <a:off x="1912665" y="4719313"/>
              <a:ext cx="1395299" cy="1442293"/>
            </a:xfrm>
            <a:custGeom>
              <a:avLst/>
              <a:gdLst/>
              <a:ahLst/>
              <a:cxnLst/>
              <a:rect l="l" t="t" r="r" b="b"/>
              <a:pathLst>
                <a:path w="534" h="551">
                  <a:moveTo>
                    <a:pt x="534" y="283"/>
                  </a:moveTo>
                  <a:cubicBezTo>
                    <a:pt x="534" y="421"/>
                    <a:pt x="422" y="534"/>
                    <a:pt x="283" y="534"/>
                  </a:cubicBezTo>
                  <a:cubicBezTo>
                    <a:pt x="239" y="534"/>
                    <a:pt x="195" y="522"/>
                    <a:pt x="157" y="500"/>
                  </a:cubicBezTo>
                  <a:cubicBezTo>
                    <a:pt x="167" y="509"/>
                    <a:pt x="167" y="509"/>
                    <a:pt x="167" y="509"/>
                  </a:cubicBezTo>
                  <a:cubicBezTo>
                    <a:pt x="44" y="551"/>
                    <a:pt x="44" y="551"/>
                    <a:pt x="44" y="551"/>
                  </a:cubicBezTo>
                  <a:cubicBezTo>
                    <a:pt x="86" y="437"/>
                    <a:pt x="86" y="437"/>
                    <a:pt x="86" y="437"/>
                  </a:cubicBezTo>
                  <a:cubicBezTo>
                    <a:pt x="0" y="328"/>
                    <a:pt x="20" y="170"/>
                    <a:pt x="129" y="85"/>
                  </a:cubicBezTo>
                  <a:cubicBezTo>
                    <a:pt x="238" y="0"/>
                    <a:pt x="396" y="19"/>
                    <a:pt x="481" y="129"/>
                  </a:cubicBezTo>
                  <a:cubicBezTo>
                    <a:pt x="516" y="173"/>
                    <a:pt x="534" y="227"/>
                    <a:pt x="534" y="283"/>
                  </a:cubicBezTo>
                  <a:close/>
                </a:path>
              </a:pathLst>
            </a:custGeom>
            <a:solidFill>
              <a:srgbClr val="768394">
                <a:alpha val="14901"/>
              </a:srgbClr>
            </a:solidFill>
            <a:ln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2341002" y="5017513"/>
              <a:ext cx="632672" cy="639121"/>
            </a:xfrm>
            <a:custGeom>
              <a:avLst/>
              <a:gdLst/>
              <a:ahLst/>
              <a:cxnLst/>
              <a:rect l="l" t="t" r="r" b="b"/>
              <a:pathLst>
                <a:path w="242" h="244">
                  <a:moveTo>
                    <a:pt x="226" y="162"/>
                  </a:moveTo>
                  <a:cubicBezTo>
                    <a:pt x="234" y="117"/>
                    <a:pt x="242" y="49"/>
                    <a:pt x="212" y="35"/>
                  </a:cubicBezTo>
                  <a:cubicBezTo>
                    <a:pt x="192" y="34"/>
                    <a:pt x="192" y="34"/>
                    <a:pt x="192" y="34"/>
                  </a:cubicBezTo>
                  <a:cubicBezTo>
                    <a:pt x="192" y="34"/>
                    <a:pt x="177" y="0"/>
                    <a:pt x="118" y="5"/>
                  </a:cubicBezTo>
                  <a:cubicBezTo>
                    <a:pt x="59" y="11"/>
                    <a:pt x="0" y="61"/>
                    <a:pt x="27" y="141"/>
                  </a:cubicBezTo>
                  <a:cubicBezTo>
                    <a:pt x="41" y="183"/>
                    <a:pt x="16" y="244"/>
                    <a:pt x="16" y="244"/>
                  </a:cubicBezTo>
                  <a:cubicBezTo>
                    <a:pt x="103" y="243"/>
                    <a:pt x="103" y="243"/>
                    <a:pt x="103" y="243"/>
                  </a:cubicBezTo>
                  <a:cubicBezTo>
                    <a:pt x="236" y="239"/>
                    <a:pt x="236" y="239"/>
                    <a:pt x="236" y="239"/>
                  </a:cubicBezTo>
                  <a:cubicBezTo>
                    <a:pt x="236" y="239"/>
                    <a:pt x="236" y="239"/>
                    <a:pt x="236" y="239"/>
                  </a:cubicBezTo>
                  <a:cubicBezTo>
                    <a:pt x="224" y="215"/>
                    <a:pt x="220" y="188"/>
                    <a:pt x="226" y="162"/>
                  </a:cubicBezTo>
                  <a:close/>
                </a:path>
              </a:pathLst>
            </a:custGeom>
            <a:solidFill>
              <a:srgbClr val="404040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>
              <a:off x="2542773" y="5156786"/>
              <a:ext cx="399268" cy="606652"/>
            </a:xfrm>
            <a:custGeom>
              <a:avLst/>
              <a:gdLst/>
              <a:ahLst/>
              <a:cxnLst/>
              <a:rect l="l" t="t" r="r" b="b"/>
              <a:pathLst>
                <a:path w="153" h="232">
                  <a:moveTo>
                    <a:pt x="136" y="40"/>
                  </a:moveTo>
                  <a:cubicBezTo>
                    <a:pt x="136" y="40"/>
                    <a:pt x="153" y="148"/>
                    <a:pt x="110" y="161"/>
                  </a:cubicBezTo>
                  <a:cubicBezTo>
                    <a:pt x="100" y="167"/>
                    <a:pt x="89" y="169"/>
                    <a:pt x="79" y="165"/>
                  </a:cubicBezTo>
                  <a:cubicBezTo>
                    <a:pt x="79" y="199"/>
                    <a:pt x="79" y="199"/>
                    <a:pt x="79" y="199"/>
                  </a:cubicBezTo>
                  <a:cubicBezTo>
                    <a:pt x="79" y="199"/>
                    <a:pt x="36" y="232"/>
                    <a:pt x="0" y="197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0" y="110"/>
                    <a:pt x="4" y="56"/>
                    <a:pt x="15" y="62"/>
                  </a:cubicBezTo>
                  <a:cubicBezTo>
                    <a:pt x="17" y="63"/>
                    <a:pt x="39" y="61"/>
                    <a:pt x="42" y="22"/>
                  </a:cubicBezTo>
                  <a:cubicBezTo>
                    <a:pt x="42" y="22"/>
                    <a:pt x="92" y="0"/>
                    <a:pt x="115" y="15"/>
                  </a:cubicBezTo>
                  <a:cubicBezTo>
                    <a:pt x="138" y="30"/>
                    <a:pt x="136" y="40"/>
                    <a:pt x="136" y="40"/>
                  </a:cubicBezTo>
                  <a:close/>
                </a:path>
              </a:pathLst>
            </a:custGeom>
            <a:solidFill>
              <a:srgbClr val="F7AF8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" name="AutoShape 8"/>
            <p:cNvSpPr/>
            <p:nvPr/>
          </p:nvSpPr>
          <p:spPr>
            <a:xfrm>
              <a:off x="2654773" y="5541284"/>
              <a:ext cx="94046" cy="138419"/>
            </a:xfrm>
            <a:custGeom>
              <a:avLst/>
              <a:gdLst/>
              <a:ahLst/>
              <a:cxnLst/>
              <a:rect l="l" t="t" r="r" b="b"/>
              <a:pathLst>
                <a:path w="36" h="53">
                  <a:moveTo>
                    <a:pt x="36" y="19"/>
                  </a:moveTo>
                  <a:cubicBezTo>
                    <a:pt x="36" y="19"/>
                    <a:pt x="10" y="12"/>
                    <a:pt x="0" y="0"/>
                  </a:cubicBezTo>
                  <a:cubicBezTo>
                    <a:pt x="0" y="0"/>
                    <a:pt x="13" y="52"/>
                    <a:pt x="36" y="53"/>
                  </a:cubicBezTo>
                  <a:lnTo>
                    <a:pt x="36" y="19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headEnd type="none"/>
              <a:tailEnd type="none"/>
            </a:ln>
          </p:spPr>
        </p:sp>
        <p:sp>
          <p:nvSpPr>
            <p:cNvPr id="9" name="AutoShape 9"/>
            <p:cNvSpPr/>
            <p:nvPr/>
          </p:nvSpPr>
          <p:spPr>
            <a:xfrm>
              <a:off x="2498315" y="5145678"/>
              <a:ext cx="305222" cy="285383"/>
            </a:xfrm>
            <a:custGeom>
              <a:avLst/>
              <a:gdLst/>
              <a:ahLst/>
              <a:cxnLst/>
              <a:rect l="l" t="t" r="r" b="b"/>
              <a:pathLst>
                <a:path w="117" h="109">
                  <a:moveTo>
                    <a:pt x="117" y="13"/>
                  </a:moveTo>
                  <a:cubicBezTo>
                    <a:pt x="104" y="13"/>
                    <a:pt x="89" y="15"/>
                    <a:pt x="80" y="25"/>
                  </a:cubicBezTo>
                  <a:cubicBezTo>
                    <a:pt x="69" y="36"/>
                    <a:pt x="69" y="54"/>
                    <a:pt x="64" y="70"/>
                  </a:cubicBezTo>
                  <a:cubicBezTo>
                    <a:pt x="60" y="82"/>
                    <a:pt x="53" y="92"/>
                    <a:pt x="43" y="99"/>
                  </a:cubicBezTo>
                  <a:cubicBezTo>
                    <a:pt x="32" y="107"/>
                    <a:pt x="20" y="109"/>
                    <a:pt x="8" y="107"/>
                  </a:cubicBezTo>
                  <a:cubicBezTo>
                    <a:pt x="5" y="107"/>
                    <a:pt x="3" y="106"/>
                    <a:pt x="1" y="104"/>
                  </a:cubicBezTo>
                  <a:cubicBezTo>
                    <a:pt x="0" y="102"/>
                    <a:pt x="0" y="100"/>
                    <a:pt x="0" y="98"/>
                  </a:cubicBezTo>
                  <a:cubicBezTo>
                    <a:pt x="1" y="76"/>
                    <a:pt x="4" y="53"/>
                    <a:pt x="15" y="34"/>
                  </a:cubicBezTo>
                  <a:cubicBezTo>
                    <a:pt x="22" y="24"/>
                    <a:pt x="31" y="15"/>
                    <a:pt x="41" y="9"/>
                  </a:cubicBezTo>
                  <a:cubicBezTo>
                    <a:pt x="47" y="5"/>
                    <a:pt x="54" y="2"/>
                    <a:pt x="61" y="1"/>
                  </a:cubicBezTo>
                  <a:cubicBezTo>
                    <a:pt x="75" y="0"/>
                    <a:pt x="89" y="6"/>
                    <a:pt x="101" y="12"/>
                  </a:cubicBezTo>
                </a:path>
              </a:pathLst>
            </a:custGeom>
            <a:solidFill>
              <a:srgbClr val="404040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0" name="AutoShape 10"/>
            <p:cNvSpPr/>
            <p:nvPr/>
          </p:nvSpPr>
          <p:spPr>
            <a:xfrm>
              <a:off x="2498315" y="5672013"/>
              <a:ext cx="133374" cy="146964"/>
            </a:xfrm>
            <a:custGeom>
              <a:avLst/>
              <a:gdLst/>
              <a:ahLst/>
              <a:cxnLst/>
              <a:rect l="l" t="t" r="r" b="b"/>
              <a:pathLst>
                <a:path w="51" h="56">
                  <a:moveTo>
                    <a:pt x="15" y="0"/>
                  </a:moveTo>
                  <a:cubicBezTo>
                    <a:pt x="15" y="0"/>
                    <a:pt x="0" y="2"/>
                    <a:pt x="1" y="13"/>
                  </a:cubicBezTo>
                  <a:cubicBezTo>
                    <a:pt x="1" y="24"/>
                    <a:pt x="3" y="56"/>
                    <a:pt x="20" y="49"/>
                  </a:cubicBezTo>
                  <a:cubicBezTo>
                    <a:pt x="37" y="41"/>
                    <a:pt x="51" y="17"/>
                    <a:pt x="51" y="17"/>
                  </a:cubicBezTo>
                  <a:lnTo>
                    <a:pt x="1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1" name="AutoShape 11"/>
            <p:cNvSpPr/>
            <p:nvPr/>
          </p:nvSpPr>
          <p:spPr>
            <a:xfrm>
              <a:off x="2647078" y="5672013"/>
              <a:ext cx="133374" cy="146964"/>
            </a:xfrm>
            <a:custGeom>
              <a:avLst/>
              <a:gdLst/>
              <a:ahLst/>
              <a:cxnLst/>
              <a:rect l="l" t="t" r="r" b="b"/>
              <a:pathLst>
                <a:path w="51" h="56">
                  <a:moveTo>
                    <a:pt x="36" y="0"/>
                  </a:moveTo>
                  <a:cubicBezTo>
                    <a:pt x="36" y="0"/>
                    <a:pt x="51" y="2"/>
                    <a:pt x="50" y="13"/>
                  </a:cubicBezTo>
                  <a:cubicBezTo>
                    <a:pt x="50" y="24"/>
                    <a:pt x="48" y="56"/>
                    <a:pt x="31" y="49"/>
                  </a:cubicBezTo>
                  <a:cubicBezTo>
                    <a:pt x="15" y="41"/>
                    <a:pt x="0" y="17"/>
                    <a:pt x="0" y="17"/>
                  </a:cubicBezTo>
                  <a:lnTo>
                    <a:pt x="36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2" name="AutoShape 12"/>
            <p:cNvSpPr/>
            <p:nvPr/>
          </p:nvSpPr>
          <p:spPr>
            <a:xfrm flipH="1">
              <a:off x="1912665" y="3218161"/>
              <a:ext cx="1395299" cy="1442293"/>
            </a:xfrm>
            <a:custGeom>
              <a:avLst/>
              <a:gdLst/>
              <a:ahLst/>
              <a:cxnLst/>
              <a:rect l="l" t="t" r="r" b="b"/>
              <a:pathLst>
                <a:path w="534" h="551">
                  <a:moveTo>
                    <a:pt x="534" y="283"/>
                  </a:moveTo>
                  <a:cubicBezTo>
                    <a:pt x="534" y="421"/>
                    <a:pt x="421" y="534"/>
                    <a:pt x="283" y="534"/>
                  </a:cubicBezTo>
                  <a:cubicBezTo>
                    <a:pt x="238" y="534"/>
                    <a:pt x="195" y="522"/>
                    <a:pt x="156" y="500"/>
                  </a:cubicBezTo>
                  <a:cubicBezTo>
                    <a:pt x="166" y="509"/>
                    <a:pt x="166" y="509"/>
                    <a:pt x="166" y="509"/>
                  </a:cubicBezTo>
                  <a:cubicBezTo>
                    <a:pt x="43" y="551"/>
                    <a:pt x="43" y="551"/>
                    <a:pt x="43" y="551"/>
                  </a:cubicBezTo>
                  <a:cubicBezTo>
                    <a:pt x="85" y="437"/>
                    <a:pt x="85" y="437"/>
                    <a:pt x="85" y="437"/>
                  </a:cubicBezTo>
                  <a:cubicBezTo>
                    <a:pt x="0" y="328"/>
                    <a:pt x="19" y="170"/>
                    <a:pt x="129" y="85"/>
                  </a:cubicBezTo>
                  <a:cubicBezTo>
                    <a:pt x="238" y="0"/>
                    <a:pt x="396" y="19"/>
                    <a:pt x="481" y="129"/>
                  </a:cubicBezTo>
                  <a:cubicBezTo>
                    <a:pt x="515" y="173"/>
                    <a:pt x="534" y="227"/>
                    <a:pt x="534" y="283"/>
                  </a:cubicBezTo>
                  <a:close/>
                </a:path>
              </a:pathLst>
            </a:custGeom>
            <a:solidFill>
              <a:srgbClr val="768394">
                <a:alpha val="14901"/>
              </a:srgbClr>
            </a:solidFill>
            <a:ln>
              <a:headEnd type="none"/>
              <a:tailEnd type="none"/>
            </a:ln>
          </p:spPr>
        </p:sp>
        <p:sp>
          <p:nvSpPr>
            <p:cNvPr id="13" name="AutoShape 13"/>
            <p:cNvSpPr/>
            <p:nvPr/>
          </p:nvSpPr>
          <p:spPr>
            <a:xfrm>
              <a:off x="2527007" y="3937599"/>
              <a:ext cx="211047" cy="348611"/>
            </a:xfrm>
            <a:custGeom>
              <a:avLst/>
              <a:gdLst/>
              <a:ahLst/>
              <a:cxnLst/>
              <a:rect l="l" t="t" r="r" b="b"/>
              <a:pathLst>
                <a:path w="81" h="133">
                  <a:moveTo>
                    <a:pt x="9" y="34"/>
                  </a:moveTo>
                  <a:cubicBezTo>
                    <a:pt x="9" y="34"/>
                    <a:pt x="8" y="82"/>
                    <a:pt x="4" y="92"/>
                  </a:cubicBezTo>
                  <a:cubicBezTo>
                    <a:pt x="0" y="102"/>
                    <a:pt x="38" y="133"/>
                    <a:pt x="77" y="105"/>
                  </a:cubicBezTo>
                  <a:cubicBezTo>
                    <a:pt x="80" y="93"/>
                    <a:pt x="80" y="93"/>
                    <a:pt x="80" y="93"/>
                  </a:cubicBezTo>
                  <a:cubicBezTo>
                    <a:pt x="80" y="93"/>
                    <a:pt x="73" y="59"/>
                    <a:pt x="77" y="29"/>
                  </a:cubicBezTo>
                  <a:cubicBezTo>
                    <a:pt x="81" y="0"/>
                    <a:pt x="9" y="34"/>
                    <a:pt x="9" y="34"/>
                  </a:cubicBezTo>
                  <a:close/>
                </a:path>
              </a:pathLst>
            </a:custGeom>
            <a:solidFill>
              <a:srgbClr val="F7AF8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4" name="AutoShape 14"/>
            <p:cNvSpPr/>
            <p:nvPr/>
          </p:nvSpPr>
          <p:spPr>
            <a:xfrm>
              <a:off x="2550076" y="4005954"/>
              <a:ext cx="175160" cy="133292"/>
            </a:xfrm>
            <a:custGeom>
              <a:avLst/>
              <a:gdLst/>
              <a:ahLst/>
              <a:cxnLst/>
              <a:rect l="l" t="t" r="r" b="b"/>
              <a:pathLst>
                <a:path w="67" h="51">
                  <a:moveTo>
                    <a:pt x="0" y="14"/>
                  </a:moveTo>
                  <a:cubicBezTo>
                    <a:pt x="0" y="14"/>
                    <a:pt x="6" y="47"/>
                    <a:pt x="35" y="49"/>
                  </a:cubicBezTo>
                  <a:cubicBezTo>
                    <a:pt x="64" y="51"/>
                    <a:pt x="67" y="42"/>
                    <a:pt x="67" y="42"/>
                  </a:cubicBezTo>
                  <a:cubicBezTo>
                    <a:pt x="67" y="0"/>
                    <a:pt x="67" y="0"/>
                    <a:pt x="67" y="0"/>
                  </a:cubicBezTo>
                  <a:lnTo>
                    <a:pt x="0" y="14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headEnd type="none"/>
              <a:tailEnd type="none"/>
            </a:ln>
          </p:spPr>
        </p:sp>
        <p:sp>
          <p:nvSpPr>
            <p:cNvPr id="15" name="AutoShape 15"/>
            <p:cNvSpPr/>
            <p:nvPr/>
          </p:nvSpPr>
          <p:spPr>
            <a:xfrm>
              <a:off x="2378334" y="3757312"/>
              <a:ext cx="109368" cy="146964"/>
            </a:xfrm>
            <a:custGeom>
              <a:avLst/>
              <a:gdLst/>
              <a:ahLst/>
              <a:cxnLst/>
              <a:rect l="l" t="t" r="r" b="b"/>
              <a:pathLst>
                <a:path w="42" h="56">
                  <a:moveTo>
                    <a:pt x="22" y="4"/>
                  </a:moveTo>
                  <a:cubicBezTo>
                    <a:pt x="19" y="1"/>
                    <a:pt x="14" y="0"/>
                    <a:pt x="10" y="1"/>
                  </a:cubicBezTo>
                  <a:cubicBezTo>
                    <a:pt x="9" y="2"/>
                    <a:pt x="8" y="3"/>
                    <a:pt x="6" y="4"/>
                  </a:cubicBezTo>
                  <a:cubicBezTo>
                    <a:pt x="0" y="11"/>
                    <a:pt x="1" y="21"/>
                    <a:pt x="2" y="30"/>
                  </a:cubicBezTo>
                  <a:cubicBezTo>
                    <a:pt x="4" y="34"/>
                    <a:pt x="5" y="39"/>
                    <a:pt x="7" y="44"/>
                  </a:cubicBezTo>
                  <a:cubicBezTo>
                    <a:pt x="8" y="46"/>
                    <a:pt x="9" y="48"/>
                    <a:pt x="10" y="50"/>
                  </a:cubicBezTo>
                  <a:cubicBezTo>
                    <a:pt x="14" y="55"/>
                    <a:pt x="22" y="56"/>
                    <a:pt x="29" y="55"/>
                  </a:cubicBezTo>
                  <a:cubicBezTo>
                    <a:pt x="33" y="55"/>
                    <a:pt x="36" y="53"/>
                    <a:pt x="39" y="50"/>
                  </a:cubicBezTo>
                  <a:cubicBezTo>
                    <a:pt x="39" y="48"/>
                    <a:pt x="40" y="47"/>
                    <a:pt x="40" y="45"/>
                  </a:cubicBezTo>
                  <a:cubicBezTo>
                    <a:pt x="42" y="28"/>
                    <a:pt x="37" y="13"/>
                    <a:pt x="22" y="4"/>
                  </a:cubicBezTo>
                  <a:close/>
                </a:path>
              </a:pathLst>
            </a:custGeom>
            <a:solidFill>
              <a:srgbClr val="F7AF8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6" name="AutoShape 16"/>
            <p:cNvSpPr/>
            <p:nvPr/>
          </p:nvSpPr>
          <p:spPr>
            <a:xfrm>
              <a:off x="2816661" y="3770129"/>
              <a:ext cx="115350" cy="136710"/>
            </a:xfrm>
            <a:custGeom>
              <a:avLst/>
              <a:gdLst/>
              <a:ahLst/>
              <a:cxnLst/>
              <a:rect l="l" t="t" r="r" b="b"/>
              <a:pathLst>
                <a:path w="44" h="52">
                  <a:moveTo>
                    <a:pt x="19" y="6"/>
                  </a:moveTo>
                  <a:cubicBezTo>
                    <a:pt x="24" y="2"/>
                    <a:pt x="31" y="0"/>
                    <a:pt x="36" y="2"/>
                  </a:cubicBezTo>
                  <a:cubicBezTo>
                    <a:pt x="41" y="4"/>
                    <a:pt x="44" y="9"/>
                    <a:pt x="44" y="14"/>
                  </a:cubicBezTo>
                  <a:cubicBezTo>
                    <a:pt x="44" y="18"/>
                    <a:pt x="43" y="23"/>
                    <a:pt x="41" y="28"/>
                  </a:cubicBezTo>
                  <a:cubicBezTo>
                    <a:pt x="40" y="33"/>
                    <a:pt x="37" y="39"/>
                    <a:pt x="33" y="43"/>
                  </a:cubicBezTo>
                  <a:cubicBezTo>
                    <a:pt x="29" y="48"/>
                    <a:pt x="23" y="51"/>
                    <a:pt x="17" y="51"/>
                  </a:cubicBezTo>
                  <a:cubicBezTo>
                    <a:pt x="11" y="52"/>
                    <a:pt x="5" y="49"/>
                    <a:pt x="2" y="43"/>
                  </a:cubicBezTo>
                  <a:cubicBezTo>
                    <a:pt x="0" y="40"/>
                    <a:pt x="0" y="36"/>
                    <a:pt x="0" y="32"/>
                  </a:cubicBezTo>
                  <a:cubicBezTo>
                    <a:pt x="0" y="29"/>
                    <a:pt x="0" y="26"/>
                    <a:pt x="1" y="24"/>
                  </a:cubicBezTo>
                  <a:cubicBezTo>
                    <a:pt x="3" y="18"/>
                    <a:pt x="14" y="9"/>
                    <a:pt x="19" y="6"/>
                  </a:cubicBezTo>
                  <a:close/>
                </a:path>
              </a:pathLst>
            </a:custGeom>
            <a:solidFill>
              <a:srgbClr val="F7AF8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7" name="AutoShape 17"/>
            <p:cNvSpPr/>
            <p:nvPr/>
          </p:nvSpPr>
          <p:spPr>
            <a:xfrm>
              <a:off x="2443272" y="3535158"/>
              <a:ext cx="444308" cy="541714"/>
            </a:xfrm>
            <a:custGeom>
              <a:avLst/>
              <a:gdLst/>
              <a:ahLst/>
              <a:cxnLst/>
              <a:rect l="l" t="t" r="r" b="b"/>
              <a:pathLst>
                <a:path w="170" h="207">
                  <a:moveTo>
                    <a:pt x="157" y="112"/>
                  </a:moveTo>
                  <a:cubicBezTo>
                    <a:pt x="151" y="164"/>
                    <a:pt x="122" y="207"/>
                    <a:pt x="79" y="207"/>
                  </a:cubicBezTo>
                  <a:cubicBezTo>
                    <a:pt x="35" y="207"/>
                    <a:pt x="0" y="165"/>
                    <a:pt x="0" y="112"/>
                  </a:cubicBezTo>
                  <a:cubicBezTo>
                    <a:pt x="0" y="60"/>
                    <a:pt x="28" y="0"/>
                    <a:pt x="71" y="0"/>
                  </a:cubicBezTo>
                  <a:cubicBezTo>
                    <a:pt x="115" y="0"/>
                    <a:pt x="170" y="5"/>
                    <a:pt x="157" y="112"/>
                  </a:cubicBezTo>
                  <a:close/>
                </a:path>
              </a:pathLst>
            </a:custGeom>
            <a:solidFill>
              <a:srgbClr val="F7AF8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8" name="AutoShape 18"/>
            <p:cNvSpPr/>
            <p:nvPr/>
          </p:nvSpPr>
          <p:spPr>
            <a:xfrm>
              <a:off x="2401404" y="3442879"/>
              <a:ext cx="491303" cy="387915"/>
            </a:xfrm>
            <a:custGeom>
              <a:avLst/>
              <a:gdLst/>
              <a:ahLst/>
              <a:cxnLst/>
              <a:rect l="l" t="t" r="r" b="b"/>
              <a:pathLst>
                <a:path w="188" h="148">
                  <a:moveTo>
                    <a:pt x="16" y="123"/>
                  </a:moveTo>
                  <a:cubicBezTo>
                    <a:pt x="16" y="135"/>
                    <a:pt x="16" y="135"/>
                    <a:pt x="16" y="135"/>
                  </a:cubicBezTo>
                  <a:cubicBezTo>
                    <a:pt x="16" y="137"/>
                    <a:pt x="17" y="139"/>
                    <a:pt x="19" y="139"/>
                  </a:cubicBezTo>
                  <a:cubicBezTo>
                    <a:pt x="21" y="140"/>
                    <a:pt x="22" y="137"/>
                    <a:pt x="22" y="134"/>
                  </a:cubicBezTo>
                  <a:cubicBezTo>
                    <a:pt x="22" y="125"/>
                    <a:pt x="19" y="114"/>
                    <a:pt x="25" y="106"/>
                  </a:cubicBezTo>
                  <a:cubicBezTo>
                    <a:pt x="27" y="105"/>
                    <a:pt x="28" y="103"/>
                    <a:pt x="29" y="101"/>
                  </a:cubicBezTo>
                  <a:cubicBezTo>
                    <a:pt x="32" y="96"/>
                    <a:pt x="28" y="90"/>
                    <a:pt x="30" y="85"/>
                  </a:cubicBezTo>
                  <a:cubicBezTo>
                    <a:pt x="32" y="82"/>
                    <a:pt x="35" y="80"/>
                    <a:pt x="37" y="78"/>
                  </a:cubicBezTo>
                  <a:cubicBezTo>
                    <a:pt x="39" y="74"/>
                    <a:pt x="41" y="70"/>
                    <a:pt x="43" y="65"/>
                  </a:cubicBezTo>
                  <a:cubicBezTo>
                    <a:pt x="43" y="64"/>
                    <a:pt x="44" y="62"/>
                    <a:pt x="45" y="62"/>
                  </a:cubicBezTo>
                  <a:cubicBezTo>
                    <a:pt x="47" y="61"/>
                    <a:pt x="48" y="61"/>
                    <a:pt x="49" y="61"/>
                  </a:cubicBezTo>
                  <a:cubicBezTo>
                    <a:pt x="54" y="59"/>
                    <a:pt x="57" y="54"/>
                    <a:pt x="61" y="52"/>
                  </a:cubicBezTo>
                  <a:cubicBezTo>
                    <a:pt x="65" y="50"/>
                    <a:pt x="69" y="49"/>
                    <a:pt x="73" y="49"/>
                  </a:cubicBezTo>
                  <a:cubicBezTo>
                    <a:pt x="90" y="50"/>
                    <a:pt x="108" y="56"/>
                    <a:pt x="123" y="49"/>
                  </a:cubicBezTo>
                  <a:cubicBezTo>
                    <a:pt x="129" y="58"/>
                    <a:pt x="139" y="65"/>
                    <a:pt x="150" y="67"/>
                  </a:cubicBezTo>
                  <a:cubicBezTo>
                    <a:pt x="151" y="67"/>
                    <a:pt x="152" y="67"/>
                    <a:pt x="152" y="67"/>
                  </a:cubicBezTo>
                  <a:cubicBezTo>
                    <a:pt x="153" y="68"/>
                    <a:pt x="154" y="69"/>
                    <a:pt x="154" y="70"/>
                  </a:cubicBezTo>
                  <a:cubicBezTo>
                    <a:pt x="155" y="74"/>
                    <a:pt x="158" y="77"/>
                    <a:pt x="160" y="80"/>
                  </a:cubicBezTo>
                  <a:cubicBezTo>
                    <a:pt x="170" y="92"/>
                    <a:pt x="170" y="108"/>
                    <a:pt x="169" y="124"/>
                  </a:cubicBezTo>
                  <a:cubicBezTo>
                    <a:pt x="168" y="148"/>
                    <a:pt x="168" y="148"/>
                    <a:pt x="168" y="148"/>
                  </a:cubicBezTo>
                  <a:cubicBezTo>
                    <a:pt x="176" y="134"/>
                    <a:pt x="176" y="134"/>
                    <a:pt x="176" y="134"/>
                  </a:cubicBezTo>
                  <a:cubicBezTo>
                    <a:pt x="177" y="132"/>
                    <a:pt x="178" y="131"/>
                    <a:pt x="180" y="129"/>
                  </a:cubicBezTo>
                  <a:cubicBezTo>
                    <a:pt x="181" y="128"/>
                    <a:pt x="183" y="127"/>
                    <a:pt x="184" y="125"/>
                  </a:cubicBezTo>
                  <a:cubicBezTo>
                    <a:pt x="185" y="124"/>
                    <a:pt x="185" y="123"/>
                    <a:pt x="185" y="122"/>
                  </a:cubicBezTo>
                  <a:cubicBezTo>
                    <a:pt x="187" y="101"/>
                    <a:pt x="187" y="101"/>
                    <a:pt x="187" y="101"/>
                  </a:cubicBezTo>
                  <a:cubicBezTo>
                    <a:pt x="188" y="98"/>
                    <a:pt x="188" y="94"/>
                    <a:pt x="187" y="90"/>
                  </a:cubicBezTo>
                  <a:cubicBezTo>
                    <a:pt x="186" y="88"/>
                    <a:pt x="185" y="86"/>
                    <a:pt x="184" y="83"/>
                  </a:cubicBezTo>
                  <a:cubicBezTo>
                    <a:pt x="183" y="79"/>
                    <a:pt x="183" y="75"/>
                    <a:pt x="184" y="70"/>
                  </a:cubicBezTo>
                  <a:cubicBezTo>
                    <a:pt x="184" y="66"/>
                    <a:pt x="183" y="62"/>
                    <a:pt x="180" y="58"/>
                  </a:cubicBezTo>
                  <a:cubicBezTo>
                    <a:pt x="183" y="49"/>
                    <a:pt x="185" y="39"/>
                    <a:pt x="183" y="30"/>
                  </a:cubicBezTo>
                  <a:cubicBezTo>
                    <a:pt x="181" y="20"/>
                    <a:pt x="172" y="11"/>
                    <a:pt x="163" y="13"/>
                  </a:cubicBezTo>
                  <a:cubicBezTo>
                    <a:pt x="161" y="13"/>
                    <a:pt x="160" y="13"/>
                    <a:pt x="158" y="13"/>
                  </a:cubicBezTo>
                  <a:cubicBezTo>
                    <a:pt x="157" y="13"/>
                    <a:pt x="156" y="12"/>
                    <a:pt x="155" y="11"/>
                  </a:cubicBezTo>
                  <a:cubicBezTo>
                    <a:pt x="148" y="6"/>
                    <a:pt x="140" y="3"/>
                    <a:pt x="131" y="2"/>
                  </a:cubicBezTo>
                  <a:cubicBezTo>
                    <a:pt x="121" y="2"/>
                    <a:pt x="111" y="2"/>
                    <a:pt x="101" y="2"/>
                  </a:cubicBezTo>
                  <a:cubicBezTo>
                    <a:pt x="78" y="4"/>
                    <a:pt x="55" y="0"/>
                    <a:pt x="33" y="8"/>
                  </a:cubicBezTo>
                  <a:cubicBezTo>
                    <a:pt x="28" y="10"/>
                    <a:pt x="24" y="12"/>
                    <a:pt x="20" y="16"/>
                  </a:cubicBezTo>
                  <a:cubicBezTo>
                    <a:pt x="15" y="20"/>
                    <a:pt x="12" y="25"/>
                    <a:pt x="9" y="30"/>
                  </a:cubicBezTo>
                  <a:cubicBezTo>
                    <a:pt x="7" y="33"/>
                    <a:pt x="6" y="35"/>
                    <a:pt x="5" y="38"/>
                  </a:cubicBezTo>
                  <a:cubicBezTo>
                    <a:pt x="5" y="41"/>
                    <a:pt x="5" y="44"/>
                    <a:pt x="5" y="47"/>
                  </a:cubicBezTo>
                  <a:cubicBezTo>
                    <a:pt x="5" y="57"/>
                    <a:pt x="0" y="67"/>
                    <a:pt x="2" y="77"/>
                  </a:cubicBezTo>
                  <a:cubicBezTo>
                    <a:pt x="2" y="80"/>
                    <a:pt x="4" y="84"/>
                    <a:pt x="4" y="87"/>
                  </a:cubicBezTo>
                  <a:cubicBezTo>
                    <a:pt x="5" y="91"/>
                    <a:pt x="5" y="94"/>
                    <a:pt x="4" y="97"/>
                  </a:cubicBezTo>
                  <a:cubicBezTo>
                    <a:pt x="4" y="106"/>
                    <a:pt x="6" y="114"/>
                    <a:pt x="9" y="122"/>
                  </a:cubicBezTo>
                  <a:cubicBezTo>
                    <a:pt x="9" y="123"/>
                    <a:pt x="10" y="125"/>
                    <a:pt x="12" y="125"/>
                  </a:cubicBezTo>
                  <a:cubicBezTo>
                    <a:pt x="13" y="125"/>
                    <a:pt x="14" y="122"/>
                    <a:pt x="16" y="123"/>
                  </a:cubicBezTo>
                  <a:close/>
                </a:path>
              </a:pathLst>
            </a:custGeom>
            <a:solidFill>
              <a:srgbClr val="404040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9" name="AutoShape 19"/>
            <p:cNvSpPr/>
            <p:nvPr/>
          </p:nvSpPr>
          <p:spPr>
            <a:xfrm>
              <a:off x="2450962" y="3796616"/>
              <a:ext cx="397314" cy="303326"/>
            </a:xfrm>
            <a:custGeom>
              <a:avLst/>
              <a:gdLst/>
              <a:ahLst/>
              <a:cxnLst/>
              <a:rect l="l" t="t" r="r" b="b"/>
              <a:pathLst>
                <a:path w="152" h="116">
                  <a:moveTo>
                    <a:pt x="8" y="76"/>
                  </a:moveTo>
                  <a:cubicBezTo>
                    <a:pt x="9" y="81"/>
                    <a:pt x="11" y="85"/>
                    <a:pt x="13" y="90"/>
                  </a:cubicBezTo>
                  <a:cubicBezTo>
                    <a:pt x="19" y="100"/>
                    <a:pt x="28" y="107"/>
                    <a:pt x="38" y="110"/>
                  </a:cubicBezTo>
                  <a:cubicBezTo>
                    <a:pt x="49" y="114"/>
                    <a:pt x="60" y="116"/>
                    <a:pt x="71" y="116"/>
                  </a:cubicBezTo>
                  <a:cubicBezTo>
                    <a:pt x="86" y="116"/>
                    <a:pt x="101" y="115"/>
                    <a:pt x="116" y="113"/>
                  </a:cubicBezTo>
                  <a:cubicBezTo>
                    <a:pt x="121" y="112"/>
                    <a:pt x="121" y="111"/>
                    <a:pt x="125" y="108"/>
                  </a:cubicBezTo>
                  <a:cubicBezTo>
                    <a:pt x="132" y="103"/>
                    <a:pt x="139" y="94"/>
                    <a:pt x="141" y="85"/>
                  </a:cubicBezTo>
                  <a:cubicBezTo>
                    <a:pt x="145" y="60"/>
                    <a:pt x="152" y="25"/>
                    <a:pt x="151" y="0"/>
                  </a:cubicBezTo>
                  <a:cubicBezTo>
                    <a:pt x="144" y="12"/>
                    <a:pt x="144" y="39"/>
                    <a:pt x="134" y="50"/>
                  </a:cubicBezTo>
                  <a:cubicBezTo>
                    <a:pt x="129" y="55"/>
                    <a:pt x="121" y="57"/>
                    <a:pt x="114" y="58"/>
                  </a:cubicBezTo>
                  <a:cubicBezTo>
                    <a:pt x="89" y="62"/>
                    <a:pt x="64" y="62"/>
                    <a:pt x="40" y="57"/>
                  </a:cubicBezTo>
                  <a:cubicBezTo>
                    <a:pt x="32" y="56"/>
                    <a:pt x="25" y="54"/>
                    <a:pt x="20" y="49"/>
                  </a:cubicBezTo>
                  <a:cubicBezTo>
                    <a:pt x="11" y="40"/>
                    <a:pt x="12" y="27"/>
                    <a:pt x="10" y="15"/>
                  </a:cubicBezTo>
                  <a:cubicBezTo>
                    <a:pt x="9" y="9"/>
                    <a:pt x="7" y="1"/>
                    <a:pt x="1" y="0"/>
                  </a:cubicBezTo>
                  <a:cubicBezTo>
                    <a:pt x="0" y="10"/>
                    <a:pt x="2" y="22"/>
                    <a:pt x="2" y="32"/>
                  </a:cubicBezTo>
                  <a:cubicBezTo>
                    <a:pt x="3" y="47"/>
                    <a:pt x="5" y="62"/>
                    <a:pt x="8" y="76"/>
                  </a:cubicBezTo>
                  <a:close/>
                </a:path>
              </a:pathLst>
            </a:custGeom>
            <a:solidFill>
              <a:srgbClr val="404040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0" name="AutoShape 20"/>
            <p:cNvSpPr/>
            <p:nvPr/>
          </p:nvSpPr>
          <p:spPr>
            <a:xfrm>
              <a:off x="2401404" y="3796616"/>
              <a:ext cx="54684" cy="81172"/>
            </a:xfrm>
            <a:custGeom>
              <a:avLst/>
              <a:gdLst/>
              <a:ahLst/>
              <a:cxnLst/>
              <a:rect l="l" t="t" r="r" b="b"/>
              <a:pathLst>
                <a:path w="21" h="31">
                  <a:moveTo>
                    <a:pt x="8" y="5"/>
                  </a:moveTo>
                  <a:cubicBezTo>
                    <a:pt x="8" y="4"/>
                    <a:pt x="8" y="3"/>
                    <a:pt x="7" y="2"/>
                  </a:cubicBezTo>
                  <a:cubicBezTo>
                    <a:pt x="7" y="1"/>
                    <a:pt x="6" y="0"/>
                    <a:pt x="5" y="0"/>
                  </a:cubicBezTo>
                  <a:cubicBezTo>
                    <a:pt x="3" y="0"/>
                    <a:pt x="2" y="1"/>
                    <a:pt x="2" y="2"/>
                  </a:cubicBezTo>
                  <a:cubicBezTo>
                    <a:pt x="0" y="7"/>
                    <a:pt x="0" y="12"/>
                    <a:pt x="1" y="17"/>
                  </a:cubicBezTo>
                  <a:cubicBezTo>
                    <a:pt x="3" y="22"/>
                    <a:pt x="6" y="26"/>
                    <a:pt x="10" y="29"/>
                  </a:cubicBezTo>
                  <a:cubicBezTo>
                    <a:pt x="12" y="31"/>
                    <a:pt x="15" y="31"/>
                    <a:pt x="17" y="30"/>
                  </a:cubicBezTo>
                  <a:cubicBezTo>
                    <a:pt x="21" y="27"/>
                    <a:pt x="20" y="19"/>
                    <a:pt x="16" y="17"/>
                  </a:cubicBezTo>
                  <a:cubicBezTo>
                    <a:pt x="14" y="15"/>
                    <a:pt x="12" y="16"/>
                    <a:pt x="10" y="13"/>
                  </a:cubicBezTo>
                  <a:cubicBezTo>
                    <a:pt x="9" y="11"/>
                    <a:pt x="8" y="8"/>
                    <a:pt x="8" y="5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headEnd type="none"/>
              <a:tailEnd type="none"/>
            </a:ln>
          </p:spPr>
        </p:sp>
        <p:sp>
          <p:nvSpPr>
            <p:cNvPr id="21" name="AutoShape 21"/>
            <p:cNvSpPr/>
            <p:nvPr/>
          </p:nvSpPr>
          <p:spPr>
            <a:xfrm>
              <a:off x="2850839" y="3796616"/>
              <a:ext cx="57248" cy="81172"/>
            </a:xfrm>
            <a:custGeom>
              <a:avLst/>
              <a:gdLst/>
              <a:ahLst/>
              <a:cxnLst/>
              <a:rect l="l" t="t" r="r" b="b"/>
              <a:pathLst>
                <a:path w="22" h="31">
                  <a:moveTo>
                    <a:pt x="14" y="5"/>
                  </a:moveTo>
                  <a:cubicBezTo>
                    <a:pt x="14" y="4"/>
                    <a:pt x="14" y="3"/>
                    <a:pt x="14" y="2"/>
                  </a:cubicBezTo>
                  <a:cubicBezTo>
                    <a:pt x="14" y="1"/>
                    <a:pt x="15" y="0"/>
                    <a:pt x="17" y="0"/>
                  </a:cubicBezTo>
                  <a:cubicBezTo>
                    <a:pt x="18" y="0"/>
                    <a:pt x="19" y="1"/>
                    <a:pt x="19" y="2"/>
                  </a:cubicBezTo>
                  <a:cubicBezTo>
                    <a:pt x="22" y="7"/>
                    <a:pt x="22" y="12"/>
                    <a:pt x="20" y="17"/>
                  </a:cubicBezTo>
                  <a:cubicBezTo>
                    <a:pt x="19" y="22"/>
                    <a:pt x="16" y="26"/>
                    <a:pt x="11" y="29"/>
                  </a:cubicBezTo>
                  <a:cubicBezTo>
                    <a:pt x="9" y="31"/>
                    <a:pt x="6" y="31"/>
                    <a:pt x="4" y="30"/>
                  </a:cubicBezTo>
                  <a:cubicBezTo>
                    <a:pt x="0" y="27"/>
                    <a:pt x="2" y="19"/>
                    <a:pt x="5" y="17"/>
                  </a:cubicBezTo>
                  <a:cubicBezTo>
                    <a:pt x="7" y="15"/>
                    <a:pt x="9" y="16"/>
                    <a:pt x="11" y="13"/>
                  </a:cubicBezTo>
                  <a:cubicBezTo>
                    <a:pt x="13" y="11"/>
                    <a:pt x="14" y="8"/>
                    <a:pt x="14" y="5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headEnd type="none"/>
              <a:tailEnd type="none"/>
            </a:ln>
          </p:spPr>
        </p:sp>
        <p:sp>
          <p:nvSpPr>
            <p:cNvPr id="22" name="AutoShape 22"/>
            <p:cNvSpPr/>
            <p:nvPr/>
          </p:nvSpPr>
          <p:spPr>
            <a:xfrm>
              <a:off x="2495392" y="4113613"/>
              <a:ext cx="305889" cy="143546"/>
            </a:xfrm>
            <a:custGeom>
              <a:avLst/>
              <a:gdLst/>
              <a:ahLst/>
              <a:cxnLst/>
              <a:rect l="l" t="t" r="r" b="b"/>
              <a:pathLst>
                <a:path w="117" h="55">
                  <a:moveTo>
                    <a:pt x="105" y="5"/>
                  </a:moveTo>
                  <a:cubicBezTo>
                    <a:pt x="101" y="4"/>
                    <a:pt x="97" y="3"/>
                    <a:pt x="92" y="3"/>
                  </a:cubicBezTo>
                  <a:cubicBezTo>
                    <a:pt x="65" y="4"/>
                    <a:pt x="37" y="10"/>
                    <a:pt x="12" y="0"/>
                  </a:cubicBezTo>
                  <a:cubicBezTo>
                    <a:pt x="8" y="5"/>
                    <a:pt x="4" y="10"/>
                    <a:pt x="3" y="16"/>
                  </a:cubicBezTo>
                  <a:cubicBezTo>
                    <a:pt x="0" y="28"/>
                    <a:pt x="10" y="39"/>
                    <a:pt x="22" y="45"/>
                  </a:cubicBezTo>
                  <a:cubicBezTo>
                    <a:pt x="40" y="55"/>
                    <a:pt x="63" y="54"/>
                    <a:pt x="84" y="53"/>
                  </a:cubicBezTo>
                  <a:cubicBezTo>
                    <a:pt x="92" y="53"/>
                    <a:pt x="101" y="52"/>
                    <a:pt x="107" y="46"/>
                  </a:cubicBezTo>
                  <a:cubicBezTo>
                    <a:pt x="117" y="37"/>
                    <a:pt x="117" y="12"/>
                    <a:pt x="105" y="5"/>
                  </a:cubicBezTo>
                  <a:close/>
                </a:path>
              </a:pathLst>
            </a:custGeom>
            <a:solidFill>
              <a:srgbClr val="689FFD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3" name="AutoShape 23"/>
            <p:cNvSpPr/>
            <p:nvPr/>
          </p:nvSpPr>
          <p:spPr>
            <a:xfrm flipH="1">
              <a:off x="1912665" y="1699010"/>
              <a:ext cx="1395299" cy="1442293"/>
            </a:xfrm>
            <a:custGeom>
              <a:avLst/>
              <a:gdLst/>
              <a:ahLst/>
              <a:cxnLst/>
              <a:rect l="l" t="t" r="r" b="b"/>
              <a:pathLst>
                <a:path w="534" h="551">
                  <a:moveTo>
                    <a:pt x="534" y="283"/>
                  </a:moveTo>
                  <a:cubicBezTo>
                    <a:pt x="534" y="421"/>
                    <a:pt x="421" y="534"/>
                    <a:pt x="283" y="534"/>
                  </a:cubicBezTo>
                  <a:cubicBezTo>
                    <a:pt x="238" y="534"/>
                    <a:pt x="195" y="522"/>
                    <a:pt x="156" y="500"/>
                  </a:cubicBezTo>
                  <a:cubicBezTo>
                    <a:pt x="167" y="509"/>
                    <a:pt x="167" y="509"/>
                    <a:pt x="167" y="509"/>
                  </a:cubicBezTo>
                  <a:cubicBezTo>
                    <a:pt x="43" y="551"/>
                    <a:pt x="43" y="551"/>
                    <a:pt x="43" y="551"/>
                  </a:cubicBezTo>
                  <a:cubicBezTo>
                    <a:pt x="85" y="437"/>
                    <a:pt x="85" y="437"/>
                    <a:pt x="85" y="437"/>
                  </a:cubicBezTo>
                  <a:cubicBezTo>
                    <a:pt x="0" y="328"/>
                    <a:pt x="19" y="170"/>
                    <a:pt x="129" y="85"/>
                  </a:cubicBezTo>
                  <a:cubicBezTo>
                    <a:pt x="238" y="0"/>
                    <a:pt x="395" y="19"/>
                    <a:pt x="481" y="129"/>
                  </a:cubicBezTo>
                  <a:cubicBezTo>
                    <a:pt x="515" y="173"/>
                    <a:pt x="534" y="227"/>
                    <a:pt x="534" y="283"/>
                  </a:cubicBezTo>
                  <a:close/>
                </a:path>
              </a:pathLst>
            </a:custGeom>
            <a:solidFill>
              <a:srgbClr val="768394">
                <a:alpha val="14901"/>
              </a:srgbClr>
            </a:solidFill>
            <a:ln>
              <a:headEnd type="none"/>
              <a:tailEnd type="none"/>
            </a:ln>
          </p:spPr>
        </p:sp>
        <p:sp>
          <p:nvSpPr>
            <p:cNvPr id="24" name="AutoShape 24"/>
            <p:cNvSpPr/>
            <p:nvPr/>
          </p:nvSpPr>
          <p:spPr>
            <a:xfrm>
              <a:off x="2500519" y="2651710"/>
              <a:ext cx="130729" cy="146964"/>
            </a:xfrm>
            <a:custGeom>
              <a:avLst/>
              <a:gdLst/>
              <a:ahLst/>
              <a:cxnLst/>
              <a:rect l="l" t="t" r="r" b="b"/>
              <a:pathLst>
                <a:path w="50" h="56">
                  <a:moveTo>
                    <a:pt x="15" y="0"/>
                  </a:moveTo>
                  <a:cubicBezTo>
                    <a:pt x="15" y="0"/>
                    <a:pt x="0" y="2"/>
                    <a:pt x="0" y="13"/>
                  </a:cubicBezTo>
                  <a:cubicBezTo>
                    <a:pt x="1" y="24"/>
                    <a:pt x="2" y="56"/>
                    <a:pt x="19" y="49"/>
                  </a:cubicBezTo>
                  <a:cubicBezTo>
                    <a:pt x="36" y="41"/>
                    <a:pt x="50" y="17"/>
                    <a:pt x="50" y="17"/>
                  </a:cubicBezTo>
                  <a:lnTo>
                    <a:pt x="1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5" name="AutoShape 25"/>
            <p:cNvSpPr/>
            <p:nvPr/>
          </p:nvSpPr>
          <p:spPr>
            <a:xfrm>
              <a:off x="2649191" y="2651710"/>
              <a:ext cx="130729" cy="146964"/>
            </a:xfrm>
            <a:custGeom>
              <a:avLst/>
              <a:gdLst/>
              <a:ahLst/>
              <a:cxnLst/>
              <a:rect l="l" t="t" r="r" b="b"/>
              <a:pathLst>
                <a:path w="50" h="56">
                  <a:moveTo>
                    <a:pt x="35" y="0"/>
                  </a:moveTo>
                  <a:cubicBezTo>
                    <a:pt x="35" y="0"/>
                    <a:pt x="50" y="2"/>
                    <a:pt x="50" y="13"/>
                  </a:cubicBezTo>
                  <a:cubicBezTo>
                    <a:pt x="49" y="24"/>
                    <a:pt x="47" y="56"/>
                    <a:pt x="31" y="49"/>
                  </a:cubicBezTo>
                  <a:cubicBezTo>
                    <a:pt x="14" y="41"/>
                    <a:pt x="0" y="17"/>
                    <a:pt x="0" y="17"/>
                  </a:cubicBezTo>
                  <a:lnTo>
                    <a:pt x="3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6" name="AutoShape 26"/>
            <p:cNvSpPr/>
            <p:nvPr/>
          </p:nvSpPr>
          <p:spPr>
            <a:xfrm>
              <a:off x="2346720" y="2139046"/>
              <a:ext cx="399023" cy="606652"/>
            </a:xfrm>
            <a:custGeom>
              <a:avLst/>
              <a:gdLst/>
              <a:ahLst/>
              <a:cxnLst/>
              <a:rect l="l" t="t" r="r" b="b"/>
              <a:pathLst>
                <a:path w="153" h="232">
                  <a:moveTo>
                    <a:pt x="17" y="40"/>
                  </a:moveTo>
                  <a:cubicBezTo>
                    <a:pt x="17" y="40"/>
                    <a:pt x="0" y="148"/>
                    <a:pt x="43" y="161"/>
                  </a:cubicBezTo>
                  <a:cubicBezTo>
                    <a:pt x="52" y="167"/>
                    <a:pt x="64" y="168"/>
                    <a:pt x="74" y="165"/>
                  </a:cubicBezTo>
                  <a:cubicBezTo>
                    <a:pt x="74" y="199"/>
                    <a:pt x="74" y="199"/>
                    <a:pt x="74" y="199"/>
                  </a:cubicBezTo>
                  <a:cubicBezTo>
                    <a:pt x="74" y="199"/>
                    <a:pt x="117" y="232"/>
                    <a:pt x="153" y="197"/>
                  </a:cubicBezTo>
                  <a:cubicBezTo>
                    <a:pt x="153" y="110"/>
                    <a:pt x="153" y="110"/>
                    <a:pt x="153" y="110"/>
                  </a:cubicBezTo>
                  <a:cubicBezTo>
                    <a:pt x="153" y="110"/>
                    <a:pt x="149" y="56"/>
                    <a:pt x="138" y="62"/>
                  </a:cubicBezTo>
                  <a:cubicBezTo>
                    <a:pt x="135" y="63"/>
                    <a:pt x="114" y="61"/>
                    <a:pt x="110" y="22"/>
                  </a:cubicBezTo>
                  <a:cubicBezTo>
                    <a:pt x="110" y="22"/>
                    <a:pt x="61" y="0"/>
                    <a:pt x="38" y="15"/>
                  </a:cubicBezTo>
                  <a:cubicBezTo>
                    <a:pt x="15" y="30"/>
                    <a:pt x="17" y="40"/>
                    <a:pt x="17" y="40"/>
                  </a:cubicBezTo>
                  <a:close/>
                </a:path>
              </a:pathLst>
            </a:custGeom>
            <a:solidFill>
              <a:srgbClr val="F7AF8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7" name="AutoShape 27"/>
            <p:cNvSpPr/>
            <p:nvPr/>
          </p:nvSpPr>
          <p:spPr>
            <a:xfrm>
              <a:off x="2333049" y="2016007"/>
              <a:ext cx="459688" cy="290509"/>
            </a:xfrm>
            <a:custGeom>
              <a:avLst/>
              <a:gdLst/>
              <a:ahLst/>
              <a:cxnLst/>
              <a:rect l="l" t="t" r="r" b="b"/>
              <a:pathLst>
                <a:path w="176" h="111">
                  <a:moveTo>
                    <a:pt x="12" y="84"/>
                  </a:moveTo>
                  <a:cubicBezTo>
                    <a:pt x="17" y="93"/>
                    <a:pt x="26" y="100"/>
                    <a:pt x="36" y="103"/>
                  </a:cubicBezTo>
                  <a:cubicBezTo>
                    <a:pt x="47" y="106"/>
                    <a:pt x="58" y="101"/>
                    <a:pt x="64" y="91"/>
                  </a:cubicBezTo>
                  <a:cubicBezTo>
                    <a:pt x="73" y="104"/>
                    <a:pt x="90" y="108"/>
                    <a:pt x="103" y="100"/>
                  </a:cubicBezTo>
                  <a:cubicBezTo>
                    <a:pt x="109" y="108"/>
                    <a:pt x="120" y="111"/>
                    <a:pt x="129" y="110"/>
                  </a:cubicBezTo>
                  <a:cubicBezTo>
                    <a:pt x="142" y="109"/>
                    <a:pt x="154" y="104"/>
                    <a:pt x="163" y="96"/>
                  </a:cubicBezTo>
                  <a:cubicBezTo>
                    <a:pt x="172" y="87"/>
                    <a:pt x="176" y="75"/>
                    <a:pt x="175" y="63"/>
                  </a:cubicBezTo>
                  <a:cubicBezTo>
                    <a:pt x="173" y="48"/>
                    <a:pt x="162" y="37"/>
                    <a:pt x="150" y="28"/>
                  </a:cubicBezTo>
                  <a:cubicBezTo>
                    <a:pt x="132" y="14"/>
                    <a:pt x="110" y="5"/>
                    <a:pt x="87" y="2"/>
                  </a:cubicBezTo>
                  <a:cubicBezTo>
                    <a:pt x="67" y="0"/>
                    <a:pt x="34" y="2"/>
                    <a:pt x="18" y="18"/>
                  </a:cubicBezTo>
                  <a:cubicBezTo>
                    <a:pt x="2" y="34"/>
                    <a:pt x="0" y="65"/>
                    <a:pt x="12" y="84"/>
                  </a:cubicBezTo>
                  <a:close/>
                </a:path>
              </a:pathLst>
            </a:custGeom>
            <a:solidFill>
              <a:srgbClr val="DD6034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8" name="AutoShape 28"/>
            <p:cNvSpPr/>
            <p:nvPr/>
          </p:nvSpPr>
          <p:spPr>
            <a:xfrm>
              <a:off x="2539823" y="2523544"/>
              <a:ext cx="93988" cy="138419"/>
            </a:xfrm>
            <a:custGeom>
              <a:avLst/>
              <a:gdLst/>
              <a:ahLst/>
              <a:cxnLst/>
              <a:rect l="l" t="t" r="r" b="b"/>
              <a:pathLst>
                <a:path w="36" h="53">
                  <a:moveTo>
                    <a:pt x="0" y="19"/>
                  </a:moveTo>
                  <a:cubicBezTo>
                    <a:pt x="0" y="19"/>
                    <a:pt x="26" y="12"/>
                    <a:pt x="36" y="0"/>
                  </a:cubicBezTo>
                  <a:cubicBezTo>
                    <a:pt x="36" y="0"/>
                    <a:pt x="23" y="52"/>
                    <a:pt x="0" y="53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headEnd type="none"/>
              <a:tailEnd type="none"/>
            </a:ln>
          </p:spPr>
        </p:sp>
        <p:sp>
          <p:nvSpPr>
            <p:cNvPr id="29" name="AutoShape 29"/>
            <p:cNvSpPr/>
            <p:nvPr/>
          </p:nvSpPr>
          <p:spPr>
            <a:xfrm>
              <a:off x="2636375" y="2055311"/>
              <a:ext cx="219591" cy="463106"/>
            </a:xfrm>
            <a:custGeom>
              <a:avLst/>
              <a:gdLst/>
              <a:ahLst/>
              <a:cxnLst/>
              <a:rect l="l" t="t" r="r" b="b"/>
              <a:pathLst>
                <a:path w="84" h="177">
                  <a:moveTo>
                    <a:pt x="16" y="80"/>
                  </a:moveTo>
                  <a:cubicBezTo>
                    <a:pt x="18" y="117"/>
                    <a:pt x="18" y="117"/>
                    <a:pt x="18" y="117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27" y="105"/>
                    <a:pt x="28" y="104"/>
                    <a:pt x="30" y="104"/>
                  </a:cubicBezTo>
                  <a:cubicBezTo>
                    <a:pt x="32" y="104"/>
                    <a:pt x="32" y="105"/>
                    <a:pt x="33" y="107"/>
                  </a:cubicBezTo>
                  <a:cubicBezTo>
                    <a:pt x="39" y="119"/>
                    <a:pt x="37" y="134"/>
                    <a:pt x="27" y="144"/>
                  </a:cubicBezTo>
                  <a:cubicBezTo>
                    <a:pt x="26" y="145"/>
                    <a:pt x="25" y="147"/>
                    <a:pt x="24" y="148"/>
                  </a:cubicBezTo>
                  <a:cubicBezTo>
                    <a:pt x="23" y="150"/>
                    <a:pt x="23" y="152"/>
                    <a:pt x="23" y="153"/>
                  </a:cubicBezTo>
                  <a:cubicBezTo>
                    <a:pt x="24" y="164"/>
                    <a:pt x="40" y="177"/>
                    <a:pt x="43" y="169"/>
                  </a:cubicBezTo>
                  <a:cubicBezTo>
                    <a:pt x="45" y="161"/>
                    <a:pt x="46" y="153"/>
                    <a:pt x="49" y="145"/>
                  </a:cubicBezTo>
                  <a:cubicBezTo>
                    <a:pt x="53" y="135"/>
                    <a:pt x="58" y="125"/>
                    <a:pt x="65" y="117"/>
                  </a:cubicBezTo>
                  <a:cubicBezTo>
                    <a:pt x="73" y="108"/>
                    <a:pt x="78" y="99"/>
                    <a:pt x="81" y="88"/>
                  </a:cubicBezTo>
                  <a:cubicBezTo>
                    <a:pt x="84" y="78"/>
                    <a:pt x="82" y="65"/>
                    <a:pt x="73" y="58"/>
                  </a:cubicBezTo>
                  <a:cubicBezTo>
                    <a:pt x="72" y="57"/>
                    <a:pt x="70" y="56"/>
                    <a:pt x="69" y="54"/>
                  </a:cubicBezTo>
                  <a:cubicBezTo>
                    <a:pt x="69" y="53"/>
                    <a:pt x="69" y="51"/>
                    <a:pt x="69" y="50"/>
                  </a:cubicBezTo>
                  <a:cubicBezTo>
                    <a:pt x="68" y="37"/>
                    <a:pt x="62" y="24"/>
                    <a:pt x="53" y="14"/>
                  </a:cubicBezTo>
                  <a:cubicBezTo>
                    <a:pt x="44" y="5"/>
                    <a:pt x="31" y="0"/>
                    <a:pt x="17" y="0"/>
                  </a:cubicBezTo>
                  <a:cubicBezTo>
                    <a:pt x="15" y="0"/>
                    <a:pt x="13" y="1"/>
                    <a:pt x="11" y="2"/>
                  </a:cubicBezTo>
                  <a:cubicBezTo>
                    <a:pt x="7" y="4"/>
                    <a:pt x="5" y="8"/>
                    <a:pt x="4" y="13"/>
                  </a:cubicBezTo>
                  <a:cubicBezTo>
                    <a:pt x="0" y="33"/>
                    <a:pt x="9" y="53"/>
                    <a:pt x="13" y="73"/>
                  </a:cubicBezTo>
                </a:path>
              </a:pathLst>
            </a:custGeom>
            <a:solidFill>
              <a:srgbClr val="DD6034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0400" y="685800"/>
              <a:ext cx="10858500" cy="461665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1"/>
            <a:lstStyle/>
            <a:p>
              <a:pPr>
                <a:defRPr/>
              </a:pPr>
              <a:r>
                <a:rPr lang="en-US" sz="2800" b="1" i="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What the project aims to </a:t>
              </a:r>
              <a:r>
                <a:rPr lang="en-US" sz="2800" b="1" i="0" dirty="0" smtClean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achieve</a:t>
              </a:r>
              <a:endParaRPr lang="en-US" sz="1200" dirty="0"/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2221118" y="1863358"/>
              <a:ext cx="8254390" cy="1236078"/>
              <a:chOff x="2221118" y="1863358"/>
              <a:chExt cx="8254390" cy="1236078"/>
            </a:xfrm>
          </p:grpSpPr>
          <p:sp>
            <p:nvSpPr>
              <p:cNvPr id="32" name="TextBox 32"/>
              <p:cNvSpPr txBox="1"/>
              <p:nvPr/>
            </p:nvSpPr>
            <p:spPr>
              <a:xfrm flipH="1">
                <a:off x="2221118" y="2646584"/>
                <a:ext cx="857003" cy="452852"/>
              </a:xfrm>
              <a:custGeom>
                <a:avLst/>
                <a:gdLst/>
                <a:ahLst/>
                <a:cxnLst/>
                <a:rect l="l" t="t" r="r" b="b"/>
                <a:pathLst>
                  <a:path w="328" h="173">
                    <a:moveTo>
                      <a:pt x="122" y="5"/>
                    </a:moveTo>
                    <a:cubicBezTo>
                      <a:pt x="122" y="5"/>
                      <a:pt x="53" y="7"/>
                      <a:pt x="18" y="64"/>
                    </a:cubicBezTo>
                    <a:cubicBezTo>
                      <a:pt x="18" y="64"/>
                      <a:pt x="0" y="146"/>
                      <a:pt x="2" y="164"/>
                    </a:cubicBezTo>
                    <a:cubicBezTo>
                      <a:pt x="47" y="143"/>
                      <a:pt x="47" y="143"/>
                      <a:pt x="47" y="143"/>
                    </a:cubicBezTo>
                    <a:cubicBezTo>
                      <a:pt x="49" y="147"/>
                      <a:pt x="115" y="173"/>
                      <a:pt x="173" y="170"/>
                    </a:cubicBezTo>
                    <a:cubicBezTo>
                      <a:pt x="280" y="166"/>
                      <a:pt x="328" y="112"/>
                      <a:pt x="328" y="112"/>
                    </a:cubicBezTo>
                    <a:cubicBezTo>
                      <a:pt x="328" y="112"/>
                      <a:pt x="317" y="35"/>
                      <a:pt x="253" y="17"/>
                    </a:cubicBezTo>
                    <a:cubicBezTo>
                      <a:pt x="190" y="0"/>
                      <a:pt x="122" y="5"/>
                      <a:pt x="122" y="5"/>
                    </a:cubicBezTo>
                    <a:close/>
                  </a:path>
                </a:pathLst>
              </a:custGeom>
              <a:solidFill>
                <a:srgbClr val="689FFD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1</a:t>
                </a:r>
                <a:endParaRPr lang="en-US" sz="1100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089400" y="1863358"/>
                <a:ext cx="6386108" cy="43608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2000" b="1" i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Provide a Telegram </a:t>
                </a:r>
                <a:r>
                  <a:rPr lang="en-US" sz="2000" b="1" dirty="0" err="1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C</a:t>
                </a:r>
                <a:r>
                  <a:rPr lang="en-US" sz="2000" b="1" i="0" dirty="0" err="1" smtClean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hatbot</a:t>
                </a:r>
                <a:endParaRPr lang="en-US" sz="1200" dirty="0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089400" y="2296183"/>
                <a:ext cx="6386108" cy="56565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400" b="0" i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Offer a functional Telegram </a:t>
                </a:r>
                <a:r>
                  <a:rPr lang="en-US" sz="1400" b="0" i="0" dirty="0" err="1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chatbot</a:t>
                </a:r>
                <a:r>
                  <a:rPr lang="en-US" sz="1400" b="0" i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 for </a:t>
                </a:r>
                <a:r>
                  <a:rPr lang="en-US" sz="1400" b="0" i="0" dirty="0" smtClean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HKBU </a:t>
                </a:r>
                <a:r>
                  <a:rPr lang="en-US" altLang="zh-CN" sz="1400" b="0" i="0" dirty="0" err="1" smtClean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TPg</a:t>
                </a:r>
                <a:r>
                  <a:rPr lang="en-US" altLang="zh-CN" sz="1400" b="0" i="0" dirty="0" smtClean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 students</a:t>
                </a:r>
                <a:r>
                  <a:rPr lang="en-US" sz="1400" b="0" i="0" dirty="0" smtClean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.</a:t>
                </a:r>
                <a:endParaRPr lang="en-US" sz="1200" dirty="0"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2203174" y="3382509"/>
              <a:ext cx="8272334" cy="1236078"/>
              <a:chOff x="2203174" y="3382509"/>
              <a:chExt cx="8272334" cy="1236078"/>
            </a:xfrm>
          </p:grpSpPr>
          <p:sp>
            <p:nvSpPr>
              <p:cNvPr id="36" name="TextBox 36"/>
              <p:cNvSpPr txBox="1"/>
              <p:nvPr/>
            </p:nvSpPr>
            <p:spPr>
              <a:xfrm flipH="1">
                <a:off x="2203174" y="4165735"/>
                <a:ext cx="872382" cy="452852"/>
              </a:xfrm>
              <a:custGeom>
                <a:avLst/>
                <a:gdLst/>
                <a:ahLst/>
                <a:cxnLst/>
                <a:rect l="l" t="t" r="r" b="b"/>
                <a:pathLst>
                  <a:path w="334" h="173">
                    <a:moveTo>
                      <a:pt x="128" y="5"/>
                    </a:moveTo>
                    <a:cubicBezTo>
                      <a:pt x="128" y="5"/>
                      <a:pt x="59" y="7"/>
                      <a:pt x="24" y="64"/>
                    </a:cubicBezTo>
                    <a:cubicBezTo>
                      <a:pt x="24" y="64"/>
                      <a:pt x="0" y="147"/>
                      <a:pt x="2" y="164"/>
                    </a:cubicBezTo>
                    <a:cubicBezTo>
                      <a:pt x="55" y="147"/>
                      <a:pt x="55" y="147"/>
                      <a:pt x="55" y="147"/>
                    </a:cubicBezTo>
                    <a:cubicBezTo>
                      <a:pt x="82" y="162"/>
                      <a:pt x="122" y="173"/>
                      <a:pt x="179" y="171"/>
                    </a:cubicBezTo>
                    <a:cubicBezTo>
                      <a:pt x="286" y="166"/>
                      <a:pt x="334" y="112"/>
                      <a:pt x="334" y="112"/>
                    </a:cubicBezTo>
                    <a:cubicBezTo>
                      <a:pt x="334" y="112"/>
                      <a:pt x="322" y="35"/>
                      <a:pt x="259" y="17"/>
                    </a:cubicBezTo>
                    <a:cubicBezTo>
                      <a:pt x="196" y="0"/>
                      <a:pt x="128" y="5"/>
                      <a:pt x="128" y="5"/>
                    </a:cubicBezTo>
                    <a:close/>
                  </a:path>
                </a:pathLst>
              </a:custGeom>
              <a:solidFill>
                <a:srgbClr val="689FFD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2</a:t>
                </a:r>
                <a:endParaRPr lang="en-US" sz="1100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4089400" y="3382509"/>
                <a:ext cx="6386108" cy="43608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2000" b="1" i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Support multiple commands</a:t>
                </a:r>
                <a:endParaRPr lang="en-US" sz="1200" dirty="0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4089400" y="3815334"/>
                <a:ext cx="6386108" cy="56565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400" b="0" i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Enable commands like /start, /course, /interest for user queries.</a:t>
                </a:r>
                <a:endParaRPr lang="en-US" sz="1200" dirty="0"/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2205062" y="4883661"/>
              <a:ext cx="8270446" cy="1236078"/>
              <a:chOff x="2205062" y="4883661"/>
              <a:chExt cx="8270446" cy="1236078"/>
            </a:xfrm>
          </p:grpSpPr>
          <p:sp>
            <p:nvSpPr>
              <p:cNvPr id="40" name="TextBox 40"/>
              <p:cNvSpPr txBox="1"/>
              <p:nvPr/>
            </p:nvSpPr>
            <p:spPr>
              <a:xfrm flipH="1">
                <a:off x="2205062" y="5666887"/>
                <a:ext cx="872917" cy="452852"/>
              </a:xfrm>
              <a:custGeom>
                <a:avLst/>
                <a:gdLst/>
                <a:ahLst/>
                <a:cxnLst/>
                <a:rect l="l" t="t" r="r" b="b"/>
                <a:pathLst>
                  <a:path w="334" h="173">
                    <a:moveTo>
                      <a:pt x="128" y="5"/>
                    </a:moveTo>
                    <a:cubicBezTo>
                      <a:pt x="128" y="5"/>
                      <a:pt x="59" y="7"/>
                      <a:pt x="24" y="64"/>
                    </a:cubicBezTo>
                    <a:cubicBezTo>
                      <a:pt x="24" y="64"/>
                      <a:pt x="0" y="147"/>
                      <a:pt x="2" y="164"/>
                    </a:cubicBezTo>
                    <a:cubicBezTo>
                      <a:pt x="55" y="147"/>
                      <a:pt x="55" y="147"/>
                      <a:pt x="55" y="147"/>
                    </a:cubicBezTo>
                    <a:cubicBezTo>
                      <a:pt x="82" y="162"/>
                      <a:pt x="122" y="173"/>
                      <a:pt x="179" y="171"/>
                    </a:cubicBezTo>
                    <a:cubicBezTo>
                      <a:pt x="286" y="166"/>
                      <a:pt x="334" y="112"/>
                      <a:pt x="334" y="112"/>
                    </a:cubicBezTo>
                    <a:cubicBezTo>
                      <a:pt x="334" y="112"/>
                      <a:pt x="322" y="35"/>
                      <a:pt x="259" y="17"/>
                    </a:cubicBezTo>
                    <a:cubicBezTo>
                      <a:pt x="196" y="0"/>
                      <a:pt x="128" y="5"/>
                      <a:pt x="128" y="5"/>
                    </a:cubicBezTo>
                    <a:close/>
                  </a:path>
                </a:pathLst>
              </a:custGeom>
              <a:solidFill>
                <a:srgbClr val="689FFD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3</a:t>
                </a:r>
                <a:endParaRPr lang="en-US" sz="1100"/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4089400" y="4883661"/>
                <a:ext cx="6386108" cy="43608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2000" b="1" i="0" dirty="0" smtClean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Support </a:t>
                </a:r>
                <a:r>
                  <a:rPr lang="en-US" sz="2000" b="1" i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natural </a:t>
                </a:r>
                <a:r>
                  <a:rPr lang="en-US" sz="2000" b="1" i="0" dirty="0" smtClean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language conversations</a:t>
                </a:r>
                <a:endParaRPr lang="en-US" sz="1200" dirty="0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4089400" y="5316486"/>
                <a:ext cx="6386108" cy="56565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400" b="0" i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Allow the bot to engage in natural and helpful conversations.</a:t>
                </a:r>
                <a:endParaRPr lang="en-US" sz="1200" dirty="0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0399" y="1408922"/>
            <a:ext cx="6540695" cy="207807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600" b="1" i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Cost Management</a:t>
            </a:r>
            <a:endParaRPr lang="en-US" sz="1100" dirty="0"/>
          </a:p>
        </p:txBody>
      </p:sp>
      <p:sp>
        <p:nvSpPr>
          <p:cNvPr id="4" name="TextBox 4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endParaRPr lang="en-US" sz="11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0e60176-7c1b-4149-8a44-57be68f1c0b4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399" y="1524000"/>
            <a:ext cx="10858500" cy="4610101"/>
            <a:chOff x="660399" y="2003252"/>
            <a:chExt cx="10858500" cy="4130849"/>
          </a:xfrm>
        </p:grpSpPr>
        <p:sp>
          <p:nvSpPr>
            <p:cNvPr id="4" name="AutoShape 4"/>
            <p:cNvSpPr/>
            <p:nvPr/>
          </p:nvSpPr>
          <p:spPr>
            <a:xfrm>
              <a:off x="1985677" y="2197102"/>
              <a:ext cx="7837423" cy="0"/>
            </a:xfrm>
            <a:prstGeom prst="line">
              <a:avLst/>
            </a:prstGeom>
            <a:ln w="6350">
              <a:solidFill>
                <a:srgbClr val="0D3BB8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660399" y="2616205"/>
              <a:ext cx="10858500" cy="3517896"/>
            </a:xfrm>
            <a:prstGeom prst="roundRect">
              <a:avLst>
                <a:gd name="adj" fmla="val 0"/>
              </a:avLst>
            </a:prstGeom>
            <a:ln w="12700">
              <a:solidFill>
                <a:srgbClr val="0D3BB8">
                  <a:alpha val="100000"/>
                </a:srgbClr>
              </a:solidFill>
              <a:headEnd type="none"/>
              <a:tailEnd type="none"/>
            </a:ln>
          </p:spPr>
        </p:sp>
        <p:grpSp>
          <p:nvGrpSpPr>
            <p:cNvPr id="7" name="Group 7"/>
            <p:cNvGrpSpPr/>
            <p:nvPr/>
          </p:nvGrpSpPr>
          <p:grpSpPr>
            <a:xfrm>
              <a:off x="747173" y="2003252"/>
              <a:ext cx="2466520" cy="4056788"/>
              <a:chOff x="747173" y="2003252"/>
              <a:chExt cx="2466520" cy="4056788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1597977" y="2003252"/>
                <a:ext cx="387700" cy="387700"/>
              </a:xfrm>
              <a:prstGeom prst="rect">
                <a:avLst/>
              </a:prstGeom>
              <a:solidFill>
                <a:srgbClr val="0D3BB8">
                  <a:alpha val="94901"/>
                  <a:lumMod val="75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68575" tIns="34275" rIns="68575" bIns="34275" rtlCol="0" anchor="ctr" anchorCtr="0"/>
              <a:lstStyle/>
              <a:p>
                <a:pPr algn="ctr">
                  <a:defRPr/>
                </a:pPr>
                <a:r>
                  <a:rPr lang="en-US" sz="1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1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47173" y="2738762"/>
                <a:ext cx="2466520" cy="130594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2000" b="1" i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Use free-trial eligible instance types</a:t>
                </a:r>
                <a:endParaRPr lang="en-US" sz="1200" dirty="0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48698" y="4044710"/>
                <a:ext cx="2461817" cy="201533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400" b="0" i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Strictly utilize instance types that qualify for free trials to minimize expenses.</a:t>
                </a:r>
                <a:endParaRPr lang="en-US" sz="1200" dirty="0"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3488881" y="2003252"/>
              <a:ext cx="2466520" cy="4056788"/>
              <a:chOff x="3488881" y="2003252"/>
              <a:chExt cx="2466520" cy="4056788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4339685" y="2003252"/>
                <a:ext cx="387700" cy="387700"/>
              </a:xfrm>
              <a:prstGeom prst="rect">
                <a:avLst/>
              </a:prstGeom>
              <a:solidFill>
                <a:srgbClr val="0D3BB8">
                  <a:alpha val="94901"/>
                  <a:lumMod val="75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68575" tIns="34275" rIns="68575" bIns="34275" rtlCol="0" anchor="ctr" anchorCtr="0"/>
              <a:lstStyle/>
              <a:p>
                <a:pPr algn="ctr">
                  <a:defRPr/>
                </a:pPr>
                <a:r>
                  <a:rPr lang="en-US" sz="1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2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3488881" y="2738762"/>
                <a:ext cx="2466520" cy="130594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2000" b="1" i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Configure scheduled auto-stop</a:t>
                </a:r>
                <a:endParaRPr lang="en-US" sz="1200" dirty="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490406" y="4044710"/>
                <a:ext cx="2461817" cy="201533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400" b="0" i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Set up automated stopping of instances during non-operational hours to save costs.</a:t>
                </a:r>
                <a:endParaRPr lang="en-US" sz="1200" dirty="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6230589" y="2003252"/>
              <a:ext cx="2466520" cy="4056788"/>
              <a:chOff x="6230589" y="2003252"/>
              <a:chExt cx="2466520" cy="4056788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7081393" y="2003252"/>
                <a:ext cx="387700" cy="387700"/>
              </a:xfrm>
              <a:prstGeom prst="rect">
                <a:avLst/>
              </a:prstGeom>
              <a:solidFill>
                <a:srgbClr val="0D3BB8">
                  <a:alpha val="94901"/>
                  <a:lumMod val="75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68575" tIns="34275" rIns="68575" bIns="34275" rtlCol="0" anchor="ctr" anchorCtr="0"/>
              <a:lstStyle/>
              <a:p>
                <a:pPr algn="ctr">
                  <a:defRPr/>
                </a:pPr>
                <a:r>
                  <a:rPr lang="en-US" sz="1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3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6230589" y="2738762"/>
                <a:ext cx="2466520" cy="130594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20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Remove unused resources</a:t>
                </a:r>
                <a:endParaRPr lang="en-US" sz="12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232114" y="4044710"/>
                <a:ext cx="2461817" cy="201533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400" b="0" i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Regularly delete unused snapshots, </a:t>
                </a:r>
                <a:r>
                  <a:rPr lang="en-US" altLang="zh-CN" sz="1400" b="0" i="0" dirty="0" smtClean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instances</a:t>
                </a:r>
                <a:r>
                  <a:rPr lang="en-US" sz="1400" b="0" i="0" dirty="0" smtClean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, </a:t>
                </a:r>
                <a:r>
                  <a:rPr lang="en-US" sz="1400" b="0" i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and temporary resources to avoid charges.</a:t>
                </a:r>
                <a:endParaRPr lang="en-US" sz="1200" dirty="0"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8972296" y="2003252"/>
              <a:ext cx="2466520" cy="4056788"/>
              <a:chOff x="8972296" y="2003252"/>
              <a:chExt cx="2466520" cy="4056788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9823100" y="2003252"/>
                <a:ext cx="387700" cy="387700"/>
              </a:xfrm>
              <a:prstGeom prst="rect">
                <a:avLst/>
              </a:prstGeom>
              <a:solidFill>
                <a:srgbClr val="0D3BB8">
                  <a:alpha val="94901"/>
                  <a:lumMod val="75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68575" tIns="34275" rIns="68575" bIns="34275" rtlCol="0" anchor="ctr" anchorCtr="0"/>
              <a:lstStyle/>
              <a:p>
                <a:pPr algn="ctr">
                  <a:defRPr/>
                </a:pPr>
                <a:r>
                  <a:rPr lang="en-US" sz="1400" b="1" i="0" dirty="0">
                    <a:solidFill>
                      <a:srgbClr val="FFFFFF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4</a:t>
                </a:r>
                <a:endParaRPr lang="en-US" sz="1100" dirty="0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972296" y="2738762"/>
                <a:ext cx="2466520" cy="130594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20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Set CloudWatch billing alerts</a:t>
                </a:r>
                <a:endParaRPr lang="en-US" sz="1200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973821" y="4044710"/>
                <a:ext cx="2461817" cy="201533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400" b="0" i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Implement </a:t>
                </a:r>
                <a:r>
                  <a:rPr lang="en-US" sz="1400" b="0" i="0" dirty="0" err="1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CloudWatch</a:t>
                </a:r>
                <a:r>
                  <a:rPr lang="en-US" sz="1400" b="0" i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 alerts to receive notifications about potential unexpected costs.</a:t>
                </a:r>
                <a:endParaRPr lang="en-US" sz="1200" dirty="0"/>
              </a:p>
            </p:txBody>
          </p:sp>
        </p:grpSp>
      </p:grpSp>
      <p:sp>
        <p:nvSpPr>
          <p:cNvPr id="23" name="TextBox 23"/>
          <p:cNvSpPr txBox="1"/>
          <p:nvPr/>
        </p:nvSpPr>
        <p:spPr>
          <a:xfrm>
            <a:off x="660399" y="156163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Cost Management Measures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7719974"/>
              </p:ext>
            </p:extLst>
          </p:nvPr>
        </p:nvGraphicFramePr>
        <p:xfrm>
          <a:off x="457200" y="838200"/>
          <a:ext cx="11353800" cy="58792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8450">
                  <a:extLst>
                    <a:ext uri="{9D8B030D-6E8A-4147-A177-3AD203B41FA5}">
                      <a16:colId xmlns:a16="http://schemas.microsoft.com/office/drawing/2014/main" val="2450736467"/>
                    </a:ext>
                  </a:extLst>
                </a:gridCol>
                <a:gridCol w="2838450">
                  <a:extLst>
                    <a:ext uri="{9D8B030D-6E8A-4147-A177-3AD203B41FA5}">
                      <a16:colId xmlns:a16="http://schemas.microsoft.com/office/drawing/2014/main" val="2180717948"/>
                    </a:ext>
                  </a:extLst>
                </a:gridCol>
                <a:gridCol w="2838450">
                  <a:extLst>
                    <a:ext uri="{9D8B030D-6E8A-4147-A177-3AD203B41FA5}">
                      <a16:colId xmlns:a16="http://schemas.microsoft.com/office/drawing/2014/main" val="2521998143"/>
                    </a:ext>
                  </a:extLst>
                </a:gridCol>
                <a:gridCol w="2838450">
                  <a:extLst>
                    <a:ext uri="{9D8B030D-6E8A-4147-A177-3AD203B41FA5}">
                      <a16:colId xmlns:a16="http://schemas.microsoft.com/office/drawing/2014/main" val="2335817744"/>
                    </a:ext>
                  </a:extLst>
                </a:gridCol>
              </a:tblGrid>
              <a:tr h="537516">
                <a:tc>
                  <a:txBody>
                    <a:bodyPr/>
                    <a:lstStyle/>
                    <a:p>
                      <a:pPr algn="ctr"/>
                      <a:r>
                        <a:rPr lang="en-HK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Resource Type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Specification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Free‑Tier Usage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Monthly Cost after Trial (USD)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3088324"/>
                  </a:ext>
                </a:extLst>
              </a:tr>
              <a:tr h="1458973">
                <a:tc>
                  <a:txBody>
                    <a:bodyPr/>
                    <a:lstStyle/>
                    <a:p>
                      <a:pPr algn="ctr"/>
                      <a:r>
                        <a:rPr lang="en-HK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AWS EC2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Instance type: t4g.micro;</a:t>
                      </a:r>
                    </a:p>
                    <a:p>
                      <a:pPr algn="l"/>
                      <a:r>
                        <a:rPr lang="en-US" dirty="0" smtClean="0"/>
                        <a:t>Architecture: arm64;</a:t>
                      </a:r>
                    </a:p>
                    <a:p>
                      <a:pPr algn="l"/>
                      <a:r>
                        <a:rPr lang="en-US" dirty="0" smtClean="0"/>
                        <a:t>Number of vCPUs: 2;</a:t>
                      </a:r>
                    </a:p>
                    <a:p>
                      <a:pPr algn="l"/>
                      <a:r>
                        <a:rPr lang="en-US" dirty="0" smtClean="0"/>
                        <a:t>Storage: 8GiB;</a:t>
                      </a:r>
                    </a:p>
                    <a:p>
                      <a:pPr algn="l"/>
                      <a:r>
                        <a:rPr lang="en-US" dirty="0" smtClean="0"/>
                        <a:t>Platform details: Linux/UNIX</a:t>
                      </a:r>
                    </a:p>
                    <a:p>
                      <a:pPr algn="l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Date range: Past 6 months;</a:t>
                      </a:r>
                    </a:p>
                    <a:p>
                      <a:pPr algn="l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Region: Global;</a:t>
                      </a:r>
                    </a:p>
                    <a:p>
                      <a:pPr algn="l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Costs in free plan account are covered by credits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On-Demand Linux pricing: 0.0116 /h </a:t>
                      </a:r>
                      <a:r>
                        <a:rPr lang="en-HK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~</a:t>
                      </a:r>
                      <a:r>
                        <a:rPr lang="en-HK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730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 = </a:t>
                      </a:r>
                      <a:r>
                        <a:rPr lang="en-HK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lang="en-US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8.468</a:t>
                      </a:r>
                      <a:endParaRPr lang="en-US" sz="18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6929879"/>
                  </a:ext>
                </a:extLst>
              </a:tr>
              <a:tr h="1919701">
                <a:tc>
                  <a:txBody>
                    <a:bodyPr/>
                    <a:lstStyle/>
                    <a:p>
                      <a:pPr algn="ctr"/>
                      <a:r>
                        <a:rPr lang="en-HK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AWS RDS PostgreSQL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Instance type: db.t4g.micro;</a:t>
                      </a:r>
                    </a:p>
                    <a:p>
                      <a:pPr algn="l"/>
                      <a:r>
                        <a:rPr lang="en-US" dirty="0" smtClean="0"/>
                        <a:t>Engine: PostgreSQL;</a:t>
                      </a:r>
                    </a:p>
                    <a:p>
                      <a:pPr algn="l"/>
                      <a:r>
                        <a:rPr lang="en-US" dirty="0" smtClean="0"/>
                        <a:t>vCPUs: 2;</a:t>
                      </a:r>
                    </a:p>
                    <a:p>
                      <a:pPr algn="l"/>
                      <a:r>
                        <a:rPr lang="en-US" dirty="0" smtClean="0"/>
                        <a:t>RAM: 1 GB</a:t>
                      </a:r>
                    </a:p>
                    <a:p>
                      <a:pPr algn="l"/>
                      <a:r>
                        <a:rPr lang="en-US" dirty="0" smtClean="0"/>
                        <a:t>Storage: 20 </a:t>
                      </a:r>
                      <a:r>
                        <a:rPr lang="en-US" dirty="0" err="1" smtClean="0"/>
                        <a:t>GiB</a:t>
                      </a:r>
                      <a:r>
                        <a:rPr lang="en-US" dirty="0" smtClean="0"/>
                        <a:t>;</a:t>
                      </a:r>
                    </a:p>
                    <a:p>
                      <a:pPr algn="l"/>
                      <a:r>
                        <a:rPr lang="en-US" dirty="0" smtClean="0"/>
                        <a:t>Storage type General: Purpose SSD (gp2)</a:t>
                      </a:r>
                    </a:p>
                    <a:p>
                      <a:pPr algn="l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Date range: Past 6 months;</a:t>
                      </a:r>
                    </a:p>
                    <a:p>
                      <a:pPr algn="l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Region: Global;</a:t>
                      </a:r>
                    </a:p>
                    <a:p>
                      <a:pPr algn="l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Costs in your free plan account are covered by credits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HK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On-Demand 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pricing</a:t>
                      </a:r>
                      <a:r>
                        <a:rPr lang="zh-CN" alt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：</a:t>
                      </a:r>
                      <a:r>
                        <a:rPr lang="en-HK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$0.018 × 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</a:t>
                      </a:r>
                      <a:r>
                        <a:rPr lang="en-HK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730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 = </a:t>
                      </a:r>
                      <a:r>
                        <a:rPr lang="en-HK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$13.14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</a:p>
                    <a:p>
                      <a:pPr algn="l"/>
                      <a:endParaRPr lang="en-US" sz="18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HK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Storage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HK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$0.119 / GB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/h </a:t>
                      </a:r>
                      <a:r>
                        <a:rPr lang="en-HK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× 20 GB = </a:t>
                      </a:r>
                      <a:r>
                        <a:rPr lang="en-HK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$2.38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4983909"/>
                  </a:ext>
                </a:extLst>
              </a:tr>
              <a:tr h="687817">
                <a:tc>
                  <a:txBody>
                    <a:bodyPr/>
                    <a:lstStyle/>
                    <a:p>
                      <a:pPr algn="ctr"/>
                      <a:r>
                        <a:rPr lang="en-HK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AWS </a:t>
                      </a:r>
                      <a:r>
                        <a:rPr lang="en-HK" sz="1800" b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CloudWatch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Basic monitoring + logs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Free quota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$0.00 </a:t>
                      </a:r>
                      <a:endParaRPr lang="en-US" sz="18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(Covered by free plan)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824409"/>
                  </a:ext>
                </a:extLst>
              </a:tr>
              <a:tr h="527954">
                <a:tc>
                  <a:txBody>
                    <a:bodyPr/>
                    <a:lstStyle/>
                    <a:p>
                      <a:pPr algn="ctr"/>
                      <a:r>
                        <a:rPr lang="en-HK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508635"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0"/>
                        </a:spcAft>
                      </a:pPr>
                      <a:r>
                        <a:rPr lang="en-HK" sz="1100" dirty="0"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—</a:t>
                      </a:r>
                      <a:endParaRPr lang="en-US" sz="105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6200" marR="76200" marT="38100" marB="19050" anchor="ctr"/>
                </a:tc>
                <a:tc>
                  <a:txBody>
                    <a:bodyPr/>
                    <a:lstStyle/>
                    <a:p>
                      <a:pPr indent="508635"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0"/>
                        </a:spcAft>
                      </a:pPr>
                      <a:r>
                        <a:rPr lang="en-HK" sz="1100" dirty="0"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—</a:t>
                      </a:r>
                      <a:endParaRPr lang="en-US" sz="105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6200" marR="76200" marT="38100" marB="190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</a:t>
                      </a:r>
                      <a:r>
                        <a:rPr lang="en-HK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lang="en-US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23.988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6883008"/>
                  </a:ext>
                </a:extLst>
              </a:tr>
            </a:tbl>
          </a:graphicData>
        </a:graphic>
      </p:graphicFrame>
      <p:sp>
        <p:nvSpPr>
          <p:cNvPr id="4" name="TextBox 23"/>
          <p:cNvSpPr txBox="1"/>
          <p:nvPr/>
        </p:nvSpPr>
        <p:spPr>
          <a:xfrm>
            <a:off x="492760" y="239125"/>
            <a:ext cx="10858500" cy="5990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>
              <a:defRPr/>
            </a:pPr>
            <a:r>
              <a:rPr lang="en-HK" sz="2800" b="1" dirty="0">
                <a:latin typeface="Arial" panose="020B0604020202020204" pitchFamily="34" charset="0"/>
                <a:cs typeface="Arial" panose="020B0604020202020204" pitchFamily="34" charset="0"/>
              </a:rPr>
              <a:t>Resource Cost Summary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1121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0399" y="1408922"/>
            <a:ext cx="6540695" cy="207807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600" b="1" i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Technical Fulfillment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endParaRPr lang="en-US" sz="11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3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CN" sz="2800" b="1" dirty="0">
                <a:solidFill>
                  <a:srgbClr val="000000">
                    <a:alpha val="100000"/>
                  </a:srgbClr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rPr>
              <a:t>System Architecture Diagram</a:t>
            </a:r>
          </a:p>
        </p:txBody>
      </p:sp>
      <p:pic>
        <p:nvPicPr>
          <p:cNvPr id="3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522" y="1143000"/>
            <a:ext cx="10439679" cy="5216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476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49647b-4b5b-456c-8b17-853ed8011efa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1833125" y="1524000"/>
            <a:ext cx="8513050" cy="4646196"/>
            <a:chOff x="3005850" y="1487904"/>
            <a:chExt cx="8513050" cy="4646196"/>
          </a:xfrm>
        </p:grpSpPr>
        <p:grpSp>
          <p:nvGrpSpPr>
            <p:cNvPr id="5" name="Group 5"/>
            <p:cNvGrpSpPr/>
            <p:nvPr/>
          </p:nvGrpSpPr>
          <p:grpSpPr>
            <a:xfrm>
              <a:off x="3005850" y="1487904"/>
              <a:ext cx="4061700" cy="1433096"/>
              <a:chOff x="2799249" y="1504332"/>
              <a:chExt cx="3780000" cy="1433096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2799249" y="2254218"/>
                <a:ext cx="3780000" cy="68321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Telegram Chatbot Functionality</a:t>
                </a:r>
                <a:endParaRPr lang="en-US" sz="1100"/>
              </a:p>
            </p:txBody>
          </p:sp>
          <p:grpSp>
            <p:nvGrpSpPr>
              <p:cNvPr id="7" name="Group 7"/>
              <p:cNvGrpSpPr/>
              <p:nvPr/>
            </p:nvGrpSpPr>
            <p:grpSpPr>
              <a:xfrm>
                <a:off x="2799249" y="1504332"/>
                <a:ext cx="3780000" cy="663835"/>
                <a:chOff x="2799249" y="1504332"/>
                <a:chExt cx="3780000" cy="663835"/>
              </a:xfrm>
            </p:grpSpPr>
            <p:sp>
              <p:nvSpPr>
                <p:cNvPr id="8" name="AutoShape 8"/>
                <p:cNvSpPr/>
                <p:nvPr/>
              </p:nvSpPr>
              <p:spPr>
                <a:xfrm>
                  <a:off x="2889249" y="2149117"/>
                  <a:ext cx="3600000" cy="0"/>
                </a:xfrm>
                <a:prstGeom prst="line">
                  <a:avLst/>
                </a:prstGeom>
                <a:ln w="25400">
                  <a:solidFill>
                    <a:srgbClr val="0D3BB8">
                      <a:alpha val="100000"/>
                    </a:srgbClr>
                  </a:solidFill>
                  <a:prstDash val="solid"/>
                  <a:headEnd type="none"/>
                  <a:tailEnd type="none"/>
                </a:ln>
              </p:spPr>
            </p:sp>
            <p:sp>
              <p:nvSpPr>
                <p:cNvPr id="9" name="TextBox 9"/>
                <p:cNvSpPr txBox="1"/>
                <p:nvPr/>
              </p:nvSpPr>
              <p:spPr>
                <a:xfrm>
                  <a:off x="2799249" y="1504332"/>
                  <a:ext cx="3780000" cy="663835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0" rtlCol="0" anchor="b" anchorCtr="0"/>
                <a:lstStyle/>
                <a:p>
                  <a:pPr algn="l">
                    <a:lnSpc>
                      <a:spcPct val="100000"/>
                    </a:lnSpc>
                    <a:defRPr/>
                  </a:pPr>
                  <a:r>
                    <a:rPr lang="en-US" sz="3600" b="1" i="0">
                      <a:solidFill>
                        <a:srgbClr val="0D3BB8">
                          <a:alpha val="100000"/>
                        </a:srgbClr>
                      </a:solidFill>
                      <a:latin typeface="Arial" panose="020B0604020202090204"/>
                      <a:ea typeface="Arial" panose="020B0604020202090204"/>
                      <a:cs typeface="Arial" panose="020B0604020202090204"/>
                    </a:rPr>
                    <a:t>01</a:t>
                  </a:r>
                  <a:endParaRPr lang="en-US" sz="1100"/>
                </a:p>
              </p:txBody>
            </p:sp>
          </p:grpSp>
        </p:grpSp>
        <p:grpSp>
          <p:nvGrpSpPr>
            <p:cNvPr id="10" name="Group 10"/>
            <p:cNvGrpSpPr/>
            <p:nvPr/>
          </p:nvGrpSpPr>
          <p:grpSpPr>
            <a:xfrm>
              <a:off x="7457200" y="1487904"/>
              <a:ext cx="4061700" cy="1433096"/>
              <a:chOff x="2799249" y="1504332"/>
              <a:chExt cx="3780000" cy="1433096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2799249" y="2254218"/>
                <a:ext cx="3780000" cy="68321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Cloud Database for Data Logging</a:t>
                </a:r>
                <a:endParaRPr lang="en-US" sz="1100"/>
              </a:p>
            </p:txBody>
          </p:sp>
          <p:grpSp>
            <p:nvGrpSpPr>
              <p:cNvPr id="12" name="Group 12"/>
              <p:cNvGrpSpPr/>
              <p:nvPr/>
            </p:nvGrpSpPr>
            <p:grpSpPr>
              <a:xfrm>
                <a:off x="2799249" y="1504332"/>
                <a:ext cx="3780000" cy="663835"/>
                <a:chOff x="2799249" y="1504332"/>
                <a:chExt cx="3780000" cy="663835"/>
              </a:xfrm>
            </p:grpSpPr>
            <p:sp>
              <p:nvSpPr>
                <p:cNvPr id="13" name="AutoShape 13"/>
                <p:cNvSpPr/>
                <p:nvPr/>
              </p:nvSpPr>
              <p:spPr>
                <a:xfrm>
                  <a:off x="2889249" y="2149117"/>
                  <a:ext cx="3600000" cy="0"/>
                </a:xfrm>
                <a:prstGeom prst="line">
                  <a:avLst/>
                </a:prstGeom>
                <a:ln w="25400">
                  <a:solidFill>
                    <a:srgbClr val="0D3BB8">
                      <a:alpha val="100000"/>
                    </a:srgbClr>
                  </a:solidFill>
                  <a:prstDash val="solid"/>
                  <a:headEnd type="none"/>
                  <a:tailEnd type="none"/>
                </a:ln>
              </p:spPr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2799249" y="1504332"/>
                  <a:ext cx="3780000" cy="663835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0" rtlCol="0" anchor="b" anchorCtr="0"/>
                <a:lstStyle/>
                <a:p>
                  <a:pPr algn="l">
                    <a:lnSpc>
                      <a:spcPct val="100000"/>
                    </a:lnSpc>
                    <a:defRPr/>
                  </a:pPr>
                  <a:r>
                    <a:rPr lang="en-US" sz="3600" b="1" i="0" dirty="0">
                      <a:solidFill>
                        <a:srgbClr val="0D3BB8">
                          <a:alpha val="100000"/>
                        </a:srgbClr>
                      </a:solidFill>
                      <a:latin typeface="Arial" panose="020B0604020202090204"/>
                      <a:ea typeface="Arial" panose="020B0604020202090204"/>
                      <a:cs typeface="Arial" panose="020B0604020202090204"/>
                    </a:rPr>
                    <a:t>02</a:t>
                  </a:r>
                  <a:endParaRPr lang="en-US" sz="1100" dirty="0"/>
                </a:p>
              </p:txBody>
            </p:sp>
          </p:grpSp>
        </p:grpSp>
        <p:grpSp>
          <p:nvGrpSpPr>
            <p:cNvPr id="15" name="Group 15"/>
            <p:cNvGrpSpPr/>
            <p:nvPr/>
          </p:nvGrpSpPr>
          <p:grpSpPr>
            <a:xfrm>
              <a:off x="3005850" y="3094454"/>
              <a:ext cx="4061700" cy="1433096"/>
              <a:chOff x="2799249" y="1504332"/>
              <a:chExt cx="3780000" cy="1433096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2799249" y="2254218"/>
                <a:ext cx="3780000" cy="68321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Cloud Hosting Application</a:t>
                </a:r>
                <a:endParaRPr lang="en-US" sz="1100"/>
              </a:p>
            </p:txBody>
          </p:sp>
          <p:grpSp>
            <p:nvGrpSpPr>
              <p:cNvPr id="17" name="Group 17"/>
              <p:cNvGrpSpPr/>
              <p:nvPr/>
            </p:nvGrpSpPr>
            <p:grpSpPr>
              <a:xfrm>
                <a:off x="2799249" y="1504332"/>
                <a:ext cx="3780000" cy="663835"/>
                <a:chOff x="2799249" y="1504332"/>
                <a:chExt cx="3780000" cy="663835"/>
              </a:xfrm>
            </p:grpSpPr>
            <p:sp>
              <p:nvSpPr>
                <p:cNvPr id="18" name="AutoShape 18"/>
                <p:cNvSpPr/>
                <p:nvPr/>
              </p:nvSpPr>
              <p:spPr>
                <a:xfrm>
                  <a:off x="2889249" y="2149117"/>
                  <a:ext cx="3600000" cy="0"/>
                </a:xfrm>
                <a:prstGeom prst="line">
                  <a:avLst/>
                </a:prstGeom>
                <a:ln w="25400">
                  <a:solidFill>
                    <a:srgbClr val="0D3BB8">
                      <a:alpha val="100000"/>
                    </a:srgbClr>
                  </a:solidFill>
                  <a:prstDash val="solid"/>
                  <a:headEnd type="none"/>
                  <a:tailEnd type="none"/>
                </a:ln>
              </p:spPr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2799249" y="1504332"/>
                  <a:ext cx="3780000" cy="663835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0" rtlCol="0" anchor="b" anchorCtr="0"/>
                <a:lstStyle/>
                <a:p>
                  <a:pPr algn="l">
                    <a:lnSpc>
                      <a:spcPct val="100000"/>
                    </a:lnSpc>
                    <a:defRPr/>
                  </a:pPr>
                  <a:r>
                    <a:rPr lang="en-US" sz="3600" b="1" i="0">
                      <a:solidFill>
                        <a:srgbClr val="0D3BB8">
                          <a:alpha val="100000"/>
                        </a:srgbClr>
                      </a:solidFill>
                      <a:latin typeface="Arial" panose="020B0604020202090204"/>
                      <a:ea typeface="Arial" panose="020B0604020202090204"/>
                      <a:cs typeface="Arial" panose="020B0604020202090204"/>
                    </a:rPr>
                    <a:t>03</a:t>
                  </a:r>
                  <a:endParaRPr lang="en-US" sz="1100"/>
                </a:p>
              </p:txBody>
            </p:sp>
          </p:grpSp>
        </p:grpSp>
        <p:grpSp>
          <p:nvGrpSpPr>
            <p:cNvPr id="20" name="Group 20"/>
            <p:cNvGrpSpPr/>
            <p:nvPr/>
          </p:nvGrpSpPr>
          <p:grpSpPr>
            <a:xfrm>
              <a:off x="7457200" y="3094454"/>
              <a:ext cx="4061700" cy="1433096"/>
              <a:chOff x="2799249" y="1504332"/>
              <a:chExt cx="3780000" cy="1433096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2799249" y="2254218"/>
                <a:ext cx="3780000" cy="68321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LLM API Integration</a:t>
                </a:r>
                <a:endParaRPr lang="en-US" sz="1100"/>
              </a:p>
            </p:txBody>
          </p:sp>
          <p:grpSp>
            <p:nvGrpSpPr>
              <p:cNvPr id="22" name="Group 22"/>
              <p:cNvGrpSpPr/>
              <p:nvPr/>
            </p:nvGrpSpPr>
            <p:grpSpPr>
              <a:xfrm>
                <a:off x="2799249" y="1504332"/>
                <a:ext cx="3780000" cy="663835"/>
                <a:chOff x="2799249" y="1504332"/>
                <a:chExt cx="3780000" cy="663835"/>
              </a:xfrm>
            </p:grpSpPr>
            <p:sp>
              <p:nvSpPr>
                <p:cNvPr id="23" name="AutoShape 23"/>
                <p:cNvSpPr/>
                <p:nvPr/>
              </p:nvSpPr>
              <p:spPr>
                <a:xfrm>
                  <a:off x="2889249" y="2149117"/>
                  <a:ext cx="3600000" cy="0"/>
                </a:xfrm>
                <a:prstGeom prst="line">
                  <a:avLst/>
                </a:prstGeom>
                <a:ln w="25400">
                  <a:solidFill>
                    <a:srgbClr val="0D3BB8">
                      <a:alpha val="100000"/>
                    </a:srgbClr>
                  </a:solidFill>
                  <a:prstDash val="solid"/>
                  <a:headEnd type="none"/>
                  <a:tailEnd type="none"/>
                </a:ln>
              </p:spPr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2799249" y="1504332"/>
                  <a:ext cx="3780000" cy="663835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0" rtlCol="0" anchor="b" anchorCtr="0"/>
                <a:lstStyle/>
                <a:p>
                  <a:pPr algn="l">
                    <a:lnSpc>
                      <a:spcPct val="100000"/>
                    </a:lnSpc>
                    <a:defRPr/>
                  </a:pPr>
                  <a:r>
                    <a:rPr lang="en-US" sz="3600" b="1" i="0">
                      <a:solidFill>
                        <a:srgbClr val="0D3BB8">
                          <a:alpha val="100000"/>
                        </a:srgbClr>
                      </a:solidFill>
                      <a:latin typeface="Arial" panose="020B0604020202090204"/>
                      <a:ea typeface="Arial" panose="020B0604020202090204"/>
                      <a:cs typeface="Arial" panose="020B0604020202090204"/>
                    </a:rPr>
                    <a:t>04</a:t>
                  </a:r>
                  <a:endParaRPr lang="en-US" sz="1100"/>
                </a:p>
              </p:txBody>
            </p:sp>
          </p:grpSp>
        </p:grpSp>
        <p:grpSp>
          <p:nvGrpSpPr>
            <p:cNvPr id="25" name="Group 25"/>
            <p:cNvGrpSpPr/>
            <p:nvPr/>
          </p:nvGrpSpPr>
          <p:grpSpPr>
            <a:xfrm>
              <a:off x="3005850" y="4701004"/>
              <a:ext cx="4061700" cy="1433096"/>
              <a:chOff x="2799249" y="1504332"/>
              <a:chExt cx="3780000" cy="1433096"/>
            </a:xfrm>
          </p:grpSpPr>
          <p:sp>
            <p:nvSpPr>
              <p:cNvPr id="26" name="TextBox 26"/>
              <p:cNvSpPr txBox="1"/>
              <p:nvPr/>
            </p:nvSpPr>
            <p:spPr>
              <a:xfrm>
                <a:off x="2799249" y="2254218"/>
                <a:ext cx="3780000" cy="68321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Git Management</a:t>
                </a:r>
                <a:endParaRPr lang="en-US" sz="1100"/>
              </a:p>
            </p:txBody>
          </p:sp>
          <p:grpSp>
            <p:nvGrpSpPr>
              <p:cNvPr id="27" name="Group 27"/>
              <p:cNvGrpSpPr/>
              <p:nvPr/>
            </p:nvGrpSpPr>
            <p:grpSpPr>
              <a:xfrm>
                <a:off x="2799249" y="1504332"/>
                <a:ext cx="3780000" cy="663835"/>
                <a:chOff x="2799249" y="1504332"/>
                <a:chExt cx="3780000" cy="663835"/>
              </a:xfrm>
            </p:grpSpPr>
            <p:sp>
              <p:nvSpPr>
                <p:cNvPr id="28" name="AutoShape 28"/>
                <p:cNvSpPr/>
                <p:nvPr/>
              </p:nvSpPr>
              <p:spPr>
                <a:xfrm>
                  <a:off x="2889249" y="2149117"/>
                  <a:ext cx="3600000" cy="0"/>
                </a:xfrm>
                <a:prstGeom prst="line">
                  <a:avLst/>
                </a:prstGeom>
                <a:ln w="25400">
                  <a:solidFill>
                    <a:srgbClr val="0D3BB8">
                      <a:alpha val="100000"/>
                    </a:srgbClr>
                  </a:solidFill>
                  <a:prstDash val="solid"/>
                  <a:headEnd type="none"/>
                  <a:tailEnd type="none"/>
                </a:ln>
              </p:spPr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2799249" y="1504332"/>
                  <a:ext cx="3780000" cy="663835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0" rtlCol="0" anchor="b" anchorCtr="0"/>
                <a:lstStyle/>
                <a:p>
                  <a:pPr algn="l">
                    <a:lnSpc>
                      <a:spcPct val="100000"/>
                    </a:lnSpc>
                    <a:defRPr/>
                  </a:pPr>
                  <a:r>
                    <a:rPr lang="en-US" sz="3600" b="1" i="0">
                      <a:solidFill>
                        <a:srgbClr val="0D3BB8">
                          <a:alpha val="100000"/>
                        </a:srgbClr>
                      </a:solidFill>
                      <a:latin typeface="Arial" panose="020B0604020202090204"/>
                      <a:ea typeface="Arial" panose="020B0604020202090204"/>
                      <a:cs typeface="Arial" panose="020B0604020202090204"/>
                    </a:rPr>
                    <a:t>05</a:t>
                  </a:r>
                  <a:endParaRPr lang="en-US" sz="1100"/>
                </a:p>
              </p:txBody>
            </p:sp>
          </p:grpSp>
        </p:grpSp>
        <p:grpSp>
          <p:nvGrpSpPr>
            <p:cNvPr id="30" name="Group 30"/>
            <p:cNvGrpSpPr/>
            <p:nvPr/>
          </p:nvGrpSpPr>
          <p:grpSpPr>
            <a:xfrm>
              <a:off x="7457200" y="4701004"/>
              <a:ext cx="4061700" cy="1433096"/>
              <a:chOff x="2799249" y="1504332"/>
              <a:chExt cx="3780000" cy="1433096"/>
            </a:xfrm>
          </p:grpSpPr>
          <p:sp>
            <p:nvSpPr>
              <p:cNvPr id="31" name="TextBox 31"/>
              <p:cNvSpPr txBox="1"/>
              <p:nvPr/>
            </p:nvSpPr>
            <p:spPr>
              <a:xfrm>
                <a:off x="2799249" y="2254218"/>
                <a:ext cx="3780000" cy="68321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Cloud Monitoring &amp; Cost Control</a:t>
                </a:r>
                <a:endParaRPr lang="en-US" sz="1100"/>
              </a:p>
            </p:txBody>
          </p:sp>
          <p:grpSp>
            <p:nvGrpSpPr>
              <p:cNvPr id="32" name="Group 32"/>
              <p:cNvGrpSpPr/>
              <p:nvPr/>
            </p:nvGrpSpPr>
            <p:grpSpPr>
              <a:xfrm>
                <a:off x="2799249" y="1504332"/>
                <a:ext cx="3780000" cy="663835"/>
                <a:chOff x="2799249" y="1504332"/>
                <a:chExt cx="3780000" cy="663835"/>
              </a:xfrm>
            </p:grpSpPr>
            <p:sp>
              <p:nvSpPr>
                <p:cNvPr id="33" name="AutoShape 33"/>
                <p:cNvSpPr/>
                <p:nvPr/>
              </p:nvSpPr>
              <p:spPr>
                <a:xfrm>
                  <a:off x="2889249" y="2149117"/>
                  <a:ext cx="3600000" cy="0"/>
                </a:xfrm>
                <a:prstGeom prst="line">
                  <a:avLst/>
                </a:prstGeom>
                <a:ln w="25400">
                  <a:solidFill>
                    <a:srgbClr val="0D3BB8">
                      <a:alpha val="100000"/>
                    </a:srgbClr>
                  </a:solidFill>
                  <a:prstDash val="solid"/>
                  <a:headEnd type="none"/>
                  <a:tailEnd type="none"/>
                </a:ln>
              </p:spPr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2799249" y="1504332"/>
                  <a:ext cx="3780000" cy="663835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0" rtlCol="0" anchor="b" anchorCtr="0"/>
                <a:lstStyle/>
                <a:p>
                  <a:pPr algn="l">
                    <a:lnSpc>
                      <a:spcPct val="100000"/>
                    </a:lnSpc>
                    <a:defRPr/>
                  </a:pPr>
                  <a:r>
                    <a:rPr lang="en-US" sz="3600" b="1" i="0">
                      <a:solidFill>
                        <a:srgbClr val="0D3BB8">
                          <a:alpha val="100000"/>
                        </a:srgbClr>
                      </a:solidFill>
                      <a:latin typeface="Arial" panose="020B0604020202090204"/>
                      <a:ea typeface="Arial" panose="020B0604020202090204"/>
                      <a:cs typeface="Arial" panose="020B0604020202090204"/>
                    </a:rPr>
                    <a:t>06</a:t>
                  </a:r>
                  <a:endParaRPr lang="en-US" sz="1100"/>
                </a:p>
              </p:txBody>
            </p:sp>
          </p:grpSp>
        </p:grpSp>
      </p:grpSp>
      <p:sp>
        <p:nvSpPr>
          <p:cNvPr id="35" name="TextBox 35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Must-Have Requirements Compliance</a:t>
            </a:r>
            <a:endParaRPr lang="en-US" sz="11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2f15ef4-7467-40f7-b56f-f9401ae6e529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1" y="1130300"/>
            <a:ext cx="11518899" cy="5727698"/>
            <a:chOff x="1" y="1130300"/>
            <a:chExt cx="11518899" cy="5727698"/>
          </a:xfrm>
        </p:grpSpPr>
        <p:sp>
          <p:nvSpPr>
            <p:cNvPr id="4" name="AutoShape 4"/>
            <p:cNvSpPr/>
            <p:nvPr/>
          </p:nvSpPr>
          <p:spPr>
            <a:xfrm>
              <a:off x="1" y="1130300"/>
              <a:ext cx="4091213" cy="5727698"/>
            </a:xfrm>
            <a:prstGeom prst="rect">
              <a:avLst/>
            </a:prstGeom>
            <a:blipFill rotWithShape="1">
              <a:blip r:embed="rId2"/>
              <a:stretch>
                <a:fillRect l="-40411" r="-108477"/>
              </a:stretch>
            </a:blipFill>
            <a:ln>
              <a:prstDash val="solid"/>
              <a:headEnd type="none"/>
              <a:tailEnd type="none"/>
            </a:ln>
          </p:spPr>
        </p:sp>
        <p:grpSp>
          <p:nvGrpSpPr>
            <p:cNvPr id="6" name="Group 6"/>
            <p:cNvGrpSpPr/>
            <p:nvPr/>
          </p:nvGrpSpPr>
          <p:grpSpPr>
            <a:xfrm>
              <a:off x="4598420" y="1130300"/>
              <a:ext cx="6920480" cy="1667934"/>
              <a:chOff x="4598420" y="1130300"/>
              <a:chExt cx="6920480" cy="1667934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5241131" y="1186622"/>
                <a:ext cx="6277769" cy="47028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DevOps Good Practices</a:t>
                </a:r>
                <a:endParaRPr lang="en-US" sz="1100" dirty="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5241131" y="1656902"/>
                <a:ext cx="6277769" cy="114133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400" b="0" i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Utilize GitHub Actions CI/CD pipeline for automated testing, building, and deploying to the main branch on push, ensuring efficient and reliable software delivery.</a:t>
                </a:r>
                <a:endParaRPr lang="en-US" sz="1200" dirty="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4598420" y="1130300"/>
                <a:ext cx="583200" cy="584434"/>
              </a:xfrm>
              <a:prstGeom prst="roundRect">
                <a:avLst>
                  <a:gd name="adj" fmla="val 10458"/>
                </a:avLst>
              </a:prstGeom>
              <a:solidFill>
                <a:srgbClr val="0D3BB8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square" lIns="108000" tIns="108000" rIns="108000" bIns="10800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1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4598420" y="2798233"/>
              <a:ext cx="6920480" cy="1667934"/>
              <a:chOff x="4598420" y="2798233"/>
              <a:chExt cx="6920480" cy="1667934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5241131" y="2854555"/>
                <a:ext cx="6277769" cy="47028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Load Balancing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241131" y="3324835"/>
                <a:ext cx="6277769" cy="114133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400" b="0" i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Implement AWS Application Load Balancer (ALB) to evenly distribute traffic across multiple EC2 instances, enhancing system scalability and availability.</a:t>
                </a:r>
                <a:endParaRPr lang="en-US" sz="1200" dirty="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598420" y="2798233"/>
                <a:ext cx="583200" cy="584434"/>
              </a:xfrm>
              <a:prstGeom prst="roundRect">
                <a:avLst>
                  <a:gd name="adj" fmla="val 10458"/>
                </a:avLst>
              </a:prstGeom>
              <a:solidFill>
                <a:srgbClr val="0D3BB8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square" lIns="108000" tIns="108000" rIns="108000" bIns="10800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2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4598420" y="4466166"/>
              <a:ext cx="6920480" cy="1667934"/>
              <a:chOff x="4598420" y="4466166"/>
              <a:chExt cx="6920480" cy="1667934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5241131" y="4522488"/>
                <a:ext cx="6277769" cy="47028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Security Measurements</a:t>
                </a:r>
                <a:endParaRPr lang="en-US" sz="1100" dirty="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241131" y="4992768"/>
                <a:ext cx="6277769" cy="114133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400" b="0" i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Enforce security groups to restrict access, apply IAM least privilege, use SSH key login, and ensure no sensitive data is stored in GitHub, maintaining a secure environment.</a:t>
                </a:r>
                <a:endParaRPr lang="en-US" sz="12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598420" y="4466166"/>
                <a:ext cx="583200" cy="584434"/>
              </a:xfrm>
              <a:prstGeom prst="roundRect">
                <a:avLst>
                  <a:gd name="adj" fmla="val 10458"/>
                </a:avLst>
              </a:prstGeom>
              <a:solidFill>
                <a:srgbClr val="0D3BB8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square" lIns="108000" tIns="108000" rIns="108000" bIns="10800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3</a:t>
                </a:r>
                <a:endParaRPr lang="en-US" sz="1100"/>
              </a:p>
            </p:txBody>
          </p:sp>
        </p:grpSp>
      </p:grpSp>
      <p:sp>
        <p:nvSpPr>
          <p:cNvPr id="18" name="TextBox 18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Nice-to-Have Enhancements</a:t>
            </a:r>
            <a:endParaRPr lang="en-US" sz="11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358883" y="1130299"/>
            <a:ext cx="6160017" cy="301868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800" b="1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473825" y="5240020"/>
            <a:ext cx="5304155" cy="27368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C: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Li Hao 25401580 /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Xie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Juyun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25438131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73524" y="5514545"/>
            <a:ext cx="4842274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altLang="zh-CN" dirty="0"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April </a:t>
            </a:r>
            <a:r>
              <a:rPr lang="en-US" dirty="0"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20</a:t>
            </a:r>
            <a:r>
              <a:rPr lang="en-US" altLang="zh-CN" dirty="0"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26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361b4c35-4d63-496a-95ed-41466d29ee58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497</Words>
  <Application>Microsoft Office PowerPoint</Application>
  <PresentationFormat>宽屏</PresentationFormat>
  <Paragraphs>109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宋体</vt:lpstr>
      <vt:lpstr>微软雅黑</vt:lpstr>
      <vt:lpstr>等线</vt:lpstr>
      <vt:lpstr>Arial</vt:lpstr>
      <vt:lpstr>Calibri</vt:lpstr>
      <vt:lpstr>Times New Roman</vt:lpstr>
      <vt:lpstr>361b4c35-4d63-496a-95ed-41466d29ee58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Hao LI</cp:lastModifiedBy>
  <cp:revision>7</cp:revision>
  <dcterms:created xsi:type="dcterms:W3CDTF">2026-04-14T13:55:21Z</dcterms:created>
  <dcterms:modified xsi:type="dcterms:W3CDTF">2026-04-14T15:40:49Z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07922DF97AF85D0C6D37DE6932503AA2_42</vt:lpwstr>
  </property>
  <property fmtid="{D5CDD505-2E9C-101B-9397-08002B2CF9AE}" pid="3" name="KSOProductBuildVer">
    <vt:lpwstr>1033-12.1.25867.25867</vt:lpwstr>
  </property>
</Properties>
</file>